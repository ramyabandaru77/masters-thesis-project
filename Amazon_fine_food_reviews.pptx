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74" r:id="rId4"/>
    <p:sldId id="265" r:id="rId5"/>
    <p:sldId id="269" r:id="rId6"/>
    <p:sldId id="271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DFFF6E-60C5-428A-81B9-F40E50492841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A328CCC-ADC8-4A95-839B-9EC0C5B3CD11}">
      <dgm:prSet/>
      <dgm:spPr/>
      <dgm:t>
        <a:bodyPr/>
        <a:lstStyle/>
        <a:p>
          <a:r>
            <a:rPr lang="en-US" b="1" i="0"/>
            <a:t>Dataset Summary</a:t>
          </a:r>
          <a:endParaRPr lang="en-US"/>
        </a:p>
      </dgm:t>
    </dgm:pt>
    <dgm:pt modelId="{18717BB2-78F0-4A8A-A17F-1712D9105E08}" type="parTrans" cxnId="{2E7C154C-A33A-4EB5-960A-C60FFDB3E7ED}">
      <dgm:prSet/>
      <dgm:spPr/>
      <dgm:t>
        <a:bodyPr/>
        <a:lstStyle/>
        <a:p>
          <a:endParaRPr lang="en-US"/>
        </a:p>
      </dgm:t>
    </dgm:pt>
    <dgm:pt modelId="{2135CC8F-FF82-453F-B8E8-0ADE0E7CFCEC}" type="sibTrans" cxnId="{2E7C154C-A33A-4EB5-960A-C60FFDB3E7ED}">
      <dgm:prSet/>
      <dgm:spPr/>
      <dgm:t>
        <a:bodyPr/>
        <a:lstStyle/>
        <a:p>
          <a:endParaRPr lang="en-US"/>
        </a:p>
      </dgm:t>
    </dgm:pt>
    <dgm:pt modelId="{D691FA59-08F5-45D0-ABB9-4AC23E0F790D}">
      <dgm:prSet/>
      <dgm:spPr/>
      <dgm:t>
        <a:bodyPr/>
        <a:lstStyle/>
        <a:p>
          <a:r>
            <a:rPr lang="en-US" b="0" i="0" dirty="0"/>
            <a:t>568,454 reviews, 74,258 products, 256,059 users (Oct 1999 - Oct 2012).</a:t>
          </a:r>
          <a:endParaRPr lang="en-US" dirty="0"/>
        </a:p>
      </dgm:t>
    </dgm:pt>
    <dgm:pt modelId="{07E113E4-4115-4234-886F-7905A4031182}" type="parTrans" cxnId="{16016C56-06E9-4A65-9E58-BF0561E95767}">
      <dgm:prSet/>
      <dgm:spPr/>
      <dgm:t>
        <a:bodyPr/>
        <a:lstStyle/>
        <a:p>
          <a:endParaRPr lang="en-US"/>
        </a:p>
      </dgm:t>
    </dgm:pt>
    <dgm:pt modelId="{77E8E493-9249-4F79-8986-09CD44D08DA2}" type="sibTrans" cxnId="{16016C56-06E9-4A65-9E58-BF0561E95767}">
      <dgm:prSet/>
      <dgm:spPr/>
      <dgm:t>
        <a:bodyPr/>
        <a:lstStyle/>
        <a:p>
          <a:endParaRPr lang="en-US"/>
        </a:p>
      </dgm:t>
    </dgm:pt>
    <dgm:pt modelId="{F23E4F1A-256D-4613-A9E3-D3CB44773647}">
      <dgm:prSet/>
      <dgm:spPr/>
      <dgm:t>
        <a:bodyPr/>
        <a:lstStyle/>
        <a:p>
          <a:r>
            <a:rPr lang="en-US" b="0" i="0"/>
            <a:t>Inclusion of frequent reviewers for robustness.</a:t>
          </a:r>
          <a:endParaRPr lang="en-US"/>
        </a:p>
      </dgm:t>
    </dgm:pt>
    <dgm:pt modelId="{2BB61764-E46F-4C4E-8997-E721F10285E1}" type="parTrans" cxnId="{5EDD361F-CCB6-41E2-A51C-3B725934A5A3}">
      <dgm:prSet/>
      <dgm:spPr/>
      <dgm:t>
        <a:bodyPr/>
        <a:lstStyle/>
        <a:p>
          <a:endParaRPr lang="en-US"/>
        </a:p>
      </dgm:t>
    </dgm:pt>
    <dgm:pt modelId="{59907A68-CF19-4C3B-A401-6C17BF5C2B7F}" type="sibTrans" cxnId="{5EDD361F-CCB6-41E2-A51C-3B725934A5A3}">
      <dgm:prSet/>
      <dgm:spPr/>
      <dgm:t>
        <a:bodyPr/>
        <a:lstStyle/>
        <a:p>
          <a:endParaRPr lang="en-US"/>
        </a:p>
      </dgm:t>
    </dgm:pt>
    <dgm:pt modelId="{7728BC89-3645-4D7D-8944-D591E46050A1}">
      <dgm:prSet/>
      <dgm:spPr/>
      <dgm:t>
        <a:bodyPr/>
        <a:lstStyle/>
        <a:p>
          <a:r>
            <a:rPr lang="en-US" b="1" i="0"/>
            <a:t>Features of Dataset</a:t>
          </a:r>
          <a:endParaRPr lang="en-US"/>
        </a:p>
      </dgm:t>
    </dgm:pt>
    <dgm:pt modelId="{378F4BD7-C3DF-4A80-838A-B65FE97C33D0}" type="parTrans" cxnId="{14FF71AD-8953-49BC-9F16-A50CD9EFC3BE}">
      <dgm:prSet/>
      <dgm:spPr/>
      <dgm:t>
        <a:bodyPr/>
        <a:lstStyle/>
        <a:p>
          <a:endParaRPr lang="en-US"/>
        </a:p>
      </dgm:t>
    </dgm:pt>
    <dgm:pt modelId="{FF5759AD-9672-43F1-B309-2A38AA82DB75}" type="sibTrans" cxnId="{14FF71AD-8953-49BC-9F16-A50CD9EFC3BE}">
      <dgm:prSet/>
      <dgm:spPr/>
      <dgm:t>
        <a:bodyPr/>
        <a:lstStyle/>
        <a:p>
          <a:endParaRPr lang="en-US"/>
        </a:p>
      </dgm:t>
    </dgm:pt>
    <dgm:pt modelId="{01174584-CCF7-48FC-938D-9A139D348155}">
      <dgm:prSet/>
      <dgm:spPr/>
      <dgm:t>
        <a:bodyPr/>
        <a:lstStyle/>
        <a:p>
          <a:r>
            <a:rPr lang="en-US" b="0" i="0"/>
            <a:t>10 attributes including ID, product and user details, review text.</a:t>
          </a:r>
          <a:endParaRPr lang="en-US"/>
        </a:p>
      </dgm:t>
    </dgm:pt>
    <dgm:pt modelId="{E3EBF5FB-0889-4907-B0C6-7EE3CB5C575F}" type="parTrans" cxnId="{0FA5A28C-0D1C-4F09-8742-7B0820ABED8C}">
      <dgm:prSet/>
      <dgm:spPr/>
      <dgm:t>
        <a:bodyPr/>
        <a:lstStyle/>
        <a:p>
          <a:endParaRPr lang="en-US"/>
        </a:p>
      </dgm:t>
    </dgm:pt>
    <dgm:pt modelId="{8F2BACD2-0854-47DA-9B56-D1B4B00F3884}" type="sibTrans" cxnId="{0FA5A28C-0D1C-4F09-8742-7B0820ABED8C}">
      <dgm:prSet/>
      <dgm:spPr/>
      <dgm:t>
        <a:bodyPr/>
        <a:lstStyle/>
        <a:p>
          <a:endParaRPr lang="en-US"/>
        </a:p>
      </dgm:t>
    </dgm:pt>
    <dgm:pt modelId="{45609463-49A6-4E0A-BBE1-9377B4438207}">
      <dgm:prSet/>
      <dgm:spPr/>
      <dgm:t>
        <a:bodyPr/>
        <a:lstStyle/>
        <a:p>
          <a:r>
            <a:rPr lang="en-US" b="0" i="0"/>
            <a:t>Use for target categorization and feature extraction.</a:t>
          </a:r>
          <a:endParaRPr lang="en-US"/>
        </a:p>
      </dgm:t>
    </dgm:pt>
    <dgm:pt modelId="{F896B20C-50D1-4947-B43C-9B075A385262}" type="parTrans" cxnId="{3E9FA772-F744-4A31-926C-8EAD1D18A336}">
      <dgm:prSet/>
      <dgm:spPr/>
      <dgm:t>
        <a:bodyPr/>
        <a:lstStyle/>
        <a:p>
          <a:endParaRPr lang="en-US"/>
        </a:p>
      </dgm:t>
    </dgm:pt>
    <dgm:pt modelId="{7DF20C8B-96A6-48E4-88B4-BD5E87179FBB}" type="sibTrans" cxnId="{3E9FA772-F744-4A31-926C-8EAD1D18A336}">
      <dgm:prSet/>
      <dgm:spPr/>
      <dgm:t>
        <a:bodyPr/>
        <a:lstStyle/>
        <a:p>
          <a:endParaRPr lang="en-US"/>
        </a:p>
      </dgm:t>
    </dgm:pt>
    <dgm:pt modelId="{6613B2B1-7A3B-4097-A7B7-565877D3FF80}">
      <dgm:prSet/>
      <dgm:spPr/>
      <dgm:t>
        <a:bodyPr/>
        <a:lstStyle/>
        <a:p>
          <a:r>
            <a:rPr lang="en-US" b="1" i="0"/>
            <a:t>Library Imports</a:t>
          </a:r>
          <a:endParaRPr lang="en-US"/>
        </a:p>
      </dgm:t>
    </dgm:pt>
    <dgm:pt modelId="{B6F08FE8-07FC-46DD-BA45-A294484AC44A}" type="parTrans" cxnId="{266E3F67-7219-4A6B-9E4C-B7104C145288}">
      <dgm:prSet/>
      <dgm:spPr/>
      <dgm:t>
        <a:bodyPr/>
        <a:lstStyle/>
        <a:p>
          <a:endParaRPr lang="en-US"/>
        </a:p>
      </dgm:t>
    </dgm:pt>
    <dgm:pt modelId="{AE1E4282-34C0-4657-8332-435AE59FEF00}" type="sibTrans" cxnId="{266E3F67-7219-4A6B-9E4C-B7104C145288}">
      <dgm:prSet/>
      <dgm:spPr/>
      <dgm:t>
        <a:bodyPr/>
        <a:lstStyle/>
        <a:p>
          <a:endParaRPr lang="en-US"/>
        </a:p>
      </dgm:t>
    </dgm:pt>
    <dgm:pt modelId="{F08D0E5B-D4A8-4B49-A4BD-0837BCE6F6FC}">
      <dgm:prSet/>
      <dgm:spPr/>
      <dgm:t>
        <a:bodyPr/>
        <a:lstStyle/>
        <a:p>
          <a:r>
            <a:rPr lang="en-US" b="0" i="0"/>
            <a:t>Python libraries for database, data management, visualization.</a:t>
          </a:r>
          <a:endParaRPr lang="en-US"/>
        </a:p>
      </dgm:t>
    </dgm:pt>
    <dgm:pt modelId="{70CB5640-04A8-4E71-B14F-BD4FF8E13C4D}" type="parTrans" cxnId="{7CAB29B8-F6AE-4170-99F1-BDD06D316E64}">
      <dgm:prSet/>
      <dgm:spPr/>
      <dgm:t>
        <a:bodyPr/>
        <a:lstStyle/>
        <a:p>
          <a:endParaRPr lang="en-US"/>
        </a:p>
      </dgm:t>
    </dgm:pt>
    <dgm:pt modelId="{439F8FF0-0703-44C5-AF50-AFEF39F5D5AF}" type="sibTrans" cxnId="{7CAB29B8-F6AE-4170-99F1-BDD06D316E64}">
      <dgm:prSet/>
      <dgm:spPr/>
      <dgm:t>
        <a:bodyPr/>
        <a:lstStyle/>
        <a:p>
          <a:endParaRPr lang="en-US"/>
        </a:p>
      </dgm:t>
    </dgm:pt>
    <dgm:pt modelId="{275D1C48-FB21-4717-8419-A92AE98A6EE1}">
      <dgm:prSet/>
      <dgm:spPr/>
      <dgm:t>
        <a:bodyPr/>
        <a:lstStyle/>
        <a:p>
          <a:r>
            <a:rPr lang="en-US" b="0" i="0"/>
            <a:t>Gensim for NLP, sklearn.metrics for model evaluation.</a:t>
          </a:r>
          <a:endParaRPr lang="en-US"/>
        </a:p>
      </dgm:t>
    </dgm:pt>
    <dgm:pt modelId="{C03267C4-5393-4C0D-AB4E-E53F61BA09DF}" type="parTrans" cxnId="{780F0A08-51EB-4592-8857-B87900AAEE19}">
      <dgm:prSet/>
      <dgm:spPr/>
      <dgm:t>
        <a:bodyPr/>
        <a:lstStyle/>
        <a:p>
          <a:endParaRPr lang="en-US"/>
        </a:p>
      </dgm:t>
    </dgm:pt>
    <dgm:pt modelId="{ACCCFFEF-86C8-4D16-8AA3-42955D534107}" type="sibTrans" cxnId="{780F0A08-51EB-4592-8857-B87900AAEE19}">
      <dgm:prSet/>
      <dgm:spPr/>
      <dgm:t>
        <a:bodyPr/>
        <a:lstStyle/>
        <a:p>
          <a:endParaRPr lang="en-US"/>
        </a:p>
      </dgm:t>
    </dgm:pt>
    <dgm:pt modelId="{1A50EF28-CBA7-447A-8959-01FA880B4B5E}">
      <dgm:prSet/>
      <dgm:spPr/>
      <dgm:t>
        <a:bodyPr/>
        <a:lstStyle/>
        <a:p>
          <a:r>
            <a:rPr lang="en-US" b="1" i="0"/>
            <a:t>Performance Metrics</a:t>
          </a:r>
          <a:endParaRPr lang="en-US"/>
        </a:p>
      </dgm:t>
    </dgm:pt>
    <dgm:pt modelId="{16E36E98-951C-4C07-BF19-B50109E6AD22}" type="parTrans" cxnId="{9CD0AA57-2074-4C44-8A9E-0CFC5A7D3207}">
      <dgm:prSet/>
      <dgm:spPr/>
      <dgm:t>
        <a:bodyPr/>
        <a:lstStyle/>
        <a:p>
          <a:endParaRPr lang="en-US"/>
        </a:p>
      </dgm:t>
    </dgm:pt>
    <dgm:pt modelId="{2D66E454-1BFA-4589-8E16-BBB726CF3F9A}" type="sibTrans" cxnId="{9CD0AA57-2074-4C44-8A9E-0CFC5A7D3207}">
      <dgm:prSet/>
      <dgm:spPr/>
      <dgm:t>
        <a:bodyPr/>
        <a:lstStyle/>
        <a:p>
          <a:endParaRPr lang="en-US"/>
        </a:p>
      </dgm:t>
    </dgm:pt>
    <dgm:pt modelId="{3C34BA7B-A2E2-412F-9AC9-2FC5637A77C4}">
      <dgm:prSet/>
      <dgm:spPr/>
      <dgm:t>
        <a:bodyPr/>
        <a:lstStyle/>
        <a:p>
          <a:r>
            <a:rPr lang="en-US" b="0" i="0"/>
            <a:t>Evaluation using precision, recall, accuracy, F1-score.</a:t>
          </a:r>
          <a:endParaRPr lang="en-US"/>
        </a:p>
      </dgm:t>
    </dgm:pt>
    <dgm:pt modelId="{5B157B03-D43A-44E0-A16D-7F600C899A70}" type="parTrans" cxnId="{8FA5D8CF-ADFA-4E5C-830A-2D2022D36A56}">
      <dgm:prSet/>
      <dgm:spPr/>
      <dgm:t>
        <a:bodyPr/>
        <a:lstStyle/>
        <a:p>
          <a:endParaRPr lang="en-US"/>
        </a:p>
      </dgm:t>
    </dgm:pt>
    <dgm:pt modelId="{90351B20-DC4D-459B-A128-FBDD060E51FD}" type="sibTrans" cxnId="{8FA5D8CF-ADFA-4E5C-830A-2D2022D36A56}">
      <dgm:prSet/>
      <dgm:spPr/>
      <dgm:t>
        <a:bodyPr/>
        <a:lstStyle/>
        <a:p>
          <a:endParaRPr lang="en-US"/>
        </a:p>
      </dgm:t>
    </dgm:pt>
    <dgm:pt modelId="{A4BF0353-DCB3-40D5-A6D6-8A4E3E93920D}">
      <dgm:prSet/>
      <dgm:spPr/>
      <dgm:t>
        <a:bodyPr/>
        <a:lstStyle/>
        <a:p>
          <a:r>
            <a:rPr lang="en-US" b="1" i="0"/>
            <a:t>Application Context</a:t>
          </a:r>
          <a:endParaRPr lang="en-US"/>
        </a:p>
      </dgm:t>
    </dgm:pt>
    <dgm:pt modelId="{B59EE2AE-BF68-46D4-989A-7A092BCACC45}" type="parTrans" cxnId="{4EA99776-6E0C-4F22-9CDB-D4038243A0B6}">
      <dgm:prSet/>
      <dgm:spPr/>
      <dgm:t>
        <a:bodyPr/>
        <a:lstStyle/>
        <a:p>
          <a:endParaRPr lang="en-US"/>
        </a:p>
      </dgm:t>
    </dgm:pt>
    <dgm:pt modelId="{56A052B0-B902-4BC7-905F-697225BEB1F9}" type="sibTrans" cxnId="{4EA99776-6E0C-4F22-9CDB-D4038243A0B6}">
      <dgm:prSet/>
      <dgm:spPr/>
      <dgm:t>
        <a:bodyPr/>
        <a:lstStyle/>
        <a:p>
          <a:endParaRPr lang="en-US"/>
        </a:p>
      </dgm:t>
    </dgm:pt>
    <dgm:pt modelId="{D843DF9B-437A-444E-BD5D-5546B7EDE12E}">
      <dgm:prSet/>
      <dgm:spPr/>
      <dgm:t>
        <a:bodyPr/>
        <a:lstStyle/>
        <a:p>
          <a:r>
            <a:rPr lang="en-US" b="0" i="0"/>
            <a:t>Sentiment analysis using logistic regression for Amazon reviews.</a:t>
          </a:r>
          <a:endParaRPr lang="en-US"/>
        </a:p>
      </dgm:t>
    </dgm:pt>
    <dgm:pt modelId="{251D5C5B-74F1-4EC3-8CBB-759B53E7F49A}" type="parTrans" cxnId="{C972C86B-BB51-48AA-823A-211BB5C534FA}">
      <dgm:prSet/>
      <dgm:spPr/>
      <dgm:t>
        <a:bodyPr/>
        <a:lstStyle/>
        <a:p>
          <a:endParaRPr lang="en-US"/>
        </a:p>
      </dgm:t>
    </dgm:pt>
    <dgm:pt modelId="{441786E3-8F2B-46EA-BF29-0B7CED7ADE34}" type="sibTrans" cxnId="{C972C86B-BB51-48AA-823A-211BB5C534FA}">
      <dgm:prSet/>
      <dgm:spPr/>
      <dgm:t>
        <a:bodyPr/>
        <a:lstStyle/>
        <a:p>
          <a:endParaRPr lang="en-US"/>
        </a:p>
      </dgm:t>
    </dgm:pt>
    <dgm:pt modelId="{5708F01B-140D-4EBD-AD66-016987ADB0DE}">
      <dgm:prSet/>
      <dgm:spPr/>
      <dgm:t>
        <a:bodyPr/>
        <a:lstStyle/>
        <a:p>
          <a:r>
            <a:rPr lang="en-US" b="0" i="0"/>
            <a:t>Classification of text reviews as positive or negative.</a:t>
          </a:r>
          <a:endParaRPr lang="en-US"/>
        </a:p>
      </dgm:t>
    </dgm:pt>
    <dgm:pt modelId="{AE82726A-BB06-4987-AB9D-B39A9AA1B99B}" type="parTrans" cxnId="{8F6BD730-591F-4B88-9C43-9EBFA4F47AA5}">
      <dgm:prSet/>
      <dgm:spPr/>
      <dgm:t>
        <a:bodyPr/>
        <a:lstStyle/>
        <a:p>
          <a:endParaRPr lang="en-US"/>
        </a:p>
      </dgm:t>
    </dgm:pt>
    <dgm:pt modelId="{6401FE72-6D0B-47B2-BCB6-07A3D19FFB83}" type="sibTrans" cxnId="{8F6BD730-591F-4B88-9C43-9EBFA4F47AA5}">
      <dgm:prSet/>
      <dgm:spPr/>
      <dgm:t>
        <a:bodyPr/>
        <a:lstStyle/>
        <a:p>
          <a:endParaRPr lang="en-US"/>
        </a:p>
      </dgm:t>
    </dgm:pt>
    <dgm:pt modelId="{77089BE8-257D-4FA9-BB48-913F36200589}" type="pres">
      <dgm:prSet presAssocID="{20DFFF6E-60C5-428A-81B9-F40E50492841}" presName="linear" presStyleCnt="0">
        <dgm:presLayoutVars>
          <dgm:dir/>
          <dgm:animLvl val="lvl"/>
          <dgm:resizeHandles val="exact"/>
        </dgm:presLayoutVars>
      </dgm:prSet>
      <dgm:spPr/>
    </dgm:pt>
    <dgm:pt modelId="{DF907AE2-3FFF-43F0-BDAB-4B953D5723E4}" type="pres">
      <dgm:prSet presAssocID="{8A328CCC-ADC8-4A95-839B-9EC0C5B3CD11}" presName="parentLin" presStyleCnt="0"/>
      <dgm:spPr/>
    </dgm:pt>
    <dgm:pt modelId="{2C7C07EF-AE01-4059-9095-B30D41EFAC3E}" type="pres">
      <dgm:prSet presAssocID="{8A328CCC-ADC8-4A95-839B-9EC0C5B3CD11}" presName="parentLeftMargin" presStyleLbl="node1" presStyleIdx="0" presStyleCnt="5"/>
      <dgm:spPr/>
    </dgm:pt>
    <dgm:pt modelId="{7950109E-3E71-421F-A046-CAE12069E1C3}" type="pres">
      <dgm:prSet presAssocID="{8A328CCC-ADC8-4A95-839B-9EC0C5B3CD1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235D6CF-0C96-4842-9B3A-CD1C8F665F05}" type="pres">
      <dgm:prSet presAssocID="{8A328CCC-ADC8-4A95-839B-9EC0C5B3CD11}" presName="negativeSpace" presStyleCnt="0"/>
      <dgm:spPr/>
    </dgm:pt>
    <dgm:pt modelId="{4DE6AD4D-81F8-4EB0-8878-181ADC294BD8}" type="pres">
      <dgm:prSet presAssocID="{8A328CCC-ADC8-4A95-839B-9EC0C5B3CD11}" presName="childText" presStyleLbl="conFgAcc1" presStyleIdx="0" presStyleCnt="5">
        <dgm:presLayoutVars>
          <dgm:bulletEnabled val="1"/>
        </dgm:presLayoutVars>
      </dgm:prSet>
      <dgm:spPr/>
    </dgm:pt>
    <dgm:pt modelId="{50E94210-916C-4596-B0EB-3E8AF775B1DA}" type="pres">
      <dgm:prSet presAssocID="{2135CC8F-FF82-453F-B8E8-0ADE0E7CFCEC}" presName="spaceBetweenRectangles" presStyleCnt="0"/>
      <dgm:spPr/>
    </dgm:pt>
    <dgm:pt modelId="{34CA5076-F494-4D5C-9408-22CF043869BA}" type="pres">
      <dgm:prSet presAssocID="{7728BC89-3645-4D7D-8944-D591E46050A1}" presName="parentLin" presStyleCnt="0"/>
      <dgm:spPr/>
    </dgm:pt>
    <dgm:pt modelId="{F855203B-79ED-493A-8AAE-4F95DD4F5DBA}" type="pres">
      <dgm:prSet presAssocID="{7728BC89-3645-4D7D-8944-D591E46050A1}" presName="parentLeftMargin" presStyleLbl="node1" presStyleIdx="0" presStyleCnt="5"/>
      <dgm:spPr/>
    </dgm:pt>
    <dgm:pt modelId="{63CFE302-0AD4-476C-A51C-95651FB187EB}" type="pres">
      <dgm:prSet presAssocID="{7728BC89-3645-4D7D-8944-D591E46050A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44BFE1C-D151-499A-B4E9-58AF216D1BEF}" type="pres">
      <dgm:prSet presAssocID="{7728BC89-3645-4D7D-8944-D591E46050A1}" presName="negativeSpace" presStyleCnt="0"/>
      <dgm:spPr/>
    </dgm:pt>
    <dgm:pt modelId="{FFC9B82C-7A43-4873-B2B3-F4F4FFE66E88}" type="pres">
      <dgm:prSet presAssocID="{7728BC89-3645-4D7D-8944-D591E46050A1}" presName="childText" presStyleLbl="conFgAcc1" presStyleIdx="1" presStyleCnt="5">
        <dgm:presLayoutVars>
          <dgm:bulletEnabled val="1"/>
        </dgm:presLayoutVars>
      </dgm:prSet>
      <dgm:spPr/>
    </dgm:pt>
    <dgm:pt modelId="{409075CF-53EB-4892-A66A-743671E3EDD2}" type="pres">
      <dgm:prSet presAssocID="{FF5759AD-9672-43F1-B309-2A38AA82DB75}" presName="spaceBetweenRectangles" presStyleCnt="0"/>
      <dgm:spPr/>
    </dgm:pt>
    <dgm:pt modelId="{E64FDC20-F187-49AF-8354-536A6AA2CCE3}" type="pres">
      <dgm:prSet presAssocID="{6613B2B1-7A3B-4097-A7B7-565877D3FF80}" presName="parentLin" presStyleCnt="0"/>
      <dgm:spPr/>
    </dgm:pt>
    <dgm:pt modelId="{69A43579-71DF-448E-AF58-3CECD7041513}" type="pres">
      <dgm:prSet presAssocID="{6613B2B1-7A3B-4097-A7B7-565877D3FF80}" presName="parentLeftMargin" presStyleLbl="node1" presStyleIdx="1" presStyleCnt="5"/>
      <dgm:spPr/>
    </dgm:pt>
    <dgm:pt modelId="{32EE8679-2379-4B84-80A4-6748CE052F28}" type="pres">
      <dgm:prSet presAssocID="{6613B2B1-7A3B-4097-A7B7-565877D3FF8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6DEB445-68FC-4B2C-BAED-43FCB5C1646D}" type="pres">
      <dgm:prSet presAssocID="{6613B2B1-7A3B-4097-A7B7-565877D3FF80}" presName="negativeSpace" presStyleCnt="0"/>
      <dgm:spPr/>
    </dgm:pt>
    <dgm:pt modelId="{2CB5656B-3ECF-44FC-82C1-CC0B34ADF659}" type="pres">
      <dgm:prSet presAssocID="{6613B2B1-7A3B-4097-A7B7-565877D3FF80}" presName="childText" presStyleLbl="conFgAcc1" presStyleIdx="2" presStyleCnt="5">
        <dgm:presLayoutVars>
          <dgm:bulletEnabled val="1"/>
        </dgm:presLayoutVars>
      </dgm:prSet>
      <dgm:spPr/>
    </dgm:pt>
    <dgm:pt modelId="{CE831EA8-74F0-4004-BBD5-D26922572A9F}" type="pres">
      <dgm:prSet presAssocID="{AE1E4282-34C0-4657-8332-435AE59FEF00}" presName="spaceBetweenRectangles" presStyleCnt="0"/>
      <dgm:spPr/>
    </dgm:pt>
    <dgm:pt modelId="{F77D3EC3-B1CC-4F7E-8517-1EFD47DA3E7F}" type="pres">
      <dgm:prSet presAssocID="{1A50EF28-CBA7-447A-8959-01FA880B4B5E}" presName="parentLin" presStyleCnt="0"/>
      <dgm:spPr/>
    </dgm:pt>
    <dgm:pt modelId="{3743650C-5131-47F7-813D-E4D83C72782A}" type="pres">
      <dgm:prSet presAssocID="{1A50EF28-CBA7-447A-8959-01FA880B4B5E}" presName="parentLeftMargin" presStyleLbl="node1" presStyleIdx="2" presStyleCnt="5"/>
      <dgm:spPr/>
    </dgm:pt>
    <dgm:pt modelId="{BE2F4FAE-A42D-4832-9296-5E2B1709AC9F}" type="pres">
      <dgm:prSet presAssocID="{1A50EF28-CBA7-447A-8959-01FA880B4B5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231D243-7C8F-4AD4-9829-FFB773F4FB30}" type="pres">
      <dgm:prSet presAssocID="{1A50EF28-CBA7-447A-8959-01FA880B4B5E}" presName="negativeSpace" presStyleCnt="0"/>
      <dgm:spPr/>
    </dgm:pt>
    <dgm:pt modelId="{9FCF1A17-BC66-4488-8B7C-C50B8A92E438}" type="pres">
      <dgm:prSet presAssocID="{1A50EF28-CBA7-447A-8959-01FA880B4B5E}" presName="childText" presStyleLbl="conFgAcc1" presStyleIdx="3" presStyleCnt="5">
        <dgm:presLayoutVars>
          <dgm:bulletEnabled val="1"/>
        </dgm:presLayoutVars>
      </dgm:prSet>
      <dgm:spPr/>
    </dgm:pt>
    <dgm:pt modelId="{63F534C3-EC09-4982-BA14-1364593F2170}" type="pres">
      <dgm:prSet presAssocID="{2D66E454-1BFA-4589-8E16-BBB726CF3F9A}" presName="spaceBetweenRectangles" presStyleCnt="0"/>
      <dgm:spPr/>
    </dgm:pt>
    <dgm:pt modelId="{5C60E32F-34DE-4AAA-B6D0-9D9453EA4672}" type="pres">
      <dgm:prSet presAssocID="{A4BF0353-DCB3-40D5-A6D6-8A4E3E93920D}" presName="parentLin" presStyleCnt="0"/>
      <dgm:spPr/>
    </dgm:pt>
    <dgm:pt modelId="{75FD0F72-A780-4DDA-B151-051B6A715F33}" type="pres">
      <dgm:prSet presAssocID="{A4BF0353-DCB3-40D5-A6D6-8A4E3E93920D}" presName="parentLeftMargin" presStyleLbl="node1" presStyleIdx="3" presStyleCnt="5"/>
      <dgm:spPr/>
    </dgm:pt>
    <dgm:pt modelId="{436C2513-9DE1-4DF5-A355-1840A0DCCA95}" type="pres">
      <dgm:prSet presAssocID="{A4BF0353-DCB3-40D5-A6D6-8A4E3E93920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08DCD11-6822-4F6B-9213-ED1D75925CE5}" type="pres">
      <dgm:prSet presAssocID="{A4BF0353-DCB3-40D5-A6D6-8A4E3E93920D}" presName="negativeSpace" presStyleCnt="0"/>
      <dgm:spPr/>
    </dgm:pt>
    <dgm:pt modelId="{FDC1DAC0-A89B-4CD6-BEF7-1DDEE3A61CEC}" type="pres">
      <dgm:prSet presAssocID="{A4BF0353-DCB3-40D5-A6D6-8A4E3E93920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80F0A08-51EB-4592-8857-B87900AAEE19}" srcId="{6613B2B1-7A3B-4097-A7B7-565877D3FF80}" destId="{275D1C48-FB21-4717-8419-A92AE98A6EE1}" srcOrd="1" destOrd="0" parTransId="{C03267C4-5393-4C0D-AB4E-E53F61BA09DF}" sibTransId="{ACCCFFEF-86C8-4D16-8AA3-42955D534107}"/>
    <dgm:cxn modelId="{82D40C12-9AFC-4579-AA65-0F80707BE9C6}" type="presOf" srcId="{6613B2B1-7A3B-4097-A7B7-565877D3FF80}" destId="{69A43579-71DF-448E-AF58-3CECD7041513}" srcOrd="0" destOrd="0" presId="urn:microsoft.com/office/officeart/2005/8/layout/list1"/>
    <dgm:cxn modelId="{5EDD361F-CCB6-41E2-A51C-3B725934A5A3}" srcId="{8A328CCC-ADC8-4A95-839B-9EC0C5B3CD11}" destId="{F23E4F1A-256D-4613-A9E3-D3CB44773647}" srcOrd="1" destOrd="0" parTransId="{2BB61764-E46F-4C4E-8997-E721F10285E1}" sibTransId="{59907A68-CF19-4C3B-A401-6C17BF5C2B7F}"/>
    <dgm:cxn modelId="{8F6BD730-591F-4B88-9C43-9EBFA4F47AA5}" srcId="{A4BF0353-DCB3-40D5-A6D6-8A4E3E93920D}" destId="{5708F01B-140D-4EBD-AD66-016987ADB0DE}" srcOrd="1" destOrd="0" parTransId="{AE82726A-BB06-4987-AB9D-B39A9AA1B99B}" sibTransId="{6401FE72-6D0B-47B2-BCB6-07A3D19FFB83}"/>
    <dgm:cxn modelId="{62FC3232-075C-4408-B97E-8B67F8A127DE}" type="presOf" srcId="{1A50EF28-CBA7-447A-8959-01FA880B4B5E}" destId="{BE2F4FAE-A42D-4832-9296-5E2B1709AC9F}" srcOrd="1" destOrd="0" presId="urn:microsoft.com/office/officeart/2005/8/layout/list1"/>
    <dgm:cxn modelId="{91F0CB40-1D7B-43EB-81F8-350BEC343F64}" type="presOf" srcId="{6613B2B1-7A3B-4097-A7B7-565877D3FF80}" destId="{32EE8679-2379-4B84-80A4-6748CE052F28}" srcOrd="1" destOrd="0" presId="urn:microsoft.com/office/officeart/2005/8/layout/list1"/>
    <dgm:cxn modelId="{AED02241-11D1-451B-AF06-FE517260F7D8}" type="presOf" srcId="{45609463-49A6-4E0A-BBE1-9377B4438207}" destId="{FFC9B82C-7A43-4873-B2B3-F4F4FFE66E88}" srcOrd="0" destOrd="1" presId="urn:microsoft.com/office/officeart/2005/8/layout/list1"/>
    <dgm:cxn modelId="{11FE5A42-8626-4E99-B7F4-55DDDDBB0E36}" type="presOf" srcId="{D843DF9B-437A-444E-BD5D-5546B7EDE12E}" destId="{FDC1DAC0-A89B-4CD6-BEF7-1DDEE3A61CEC}" srcOrd="0" destOrd="0" presId="urn:microsoft.com/office/officeart/2005/8/layout/list1"/>
    <dgm:cxn modelId="{266E3F67-7219-4A6B-9E4C-B7104C145288}" srcId="{20DFFF6E-60C5-428A-81B9-F40E50492841}" destId="{6613B2B1-7A3B-4097-A7B7-565877D3FF80}" srcOrd="2" destOrd="0" parTransId="{B6F08FE8-07FC-46DD-BA45-A294484AC44A}" sibTransId="{AE1E4282-34C0-4657-8332-435AE59FEF00}"/>
    <dgm:cxn modelId="{C972C86B-BB51-48AA-823A-211BB5C534FA}" srcId="{A4BF0353-DCB3-40D5-A6D6-8A4E3E93920D}" destId="{D843DF9B-437A-444E-BD5D-5546B7EDE12E}" srcOrd="0" destOrd="0" parTransId="{251D5C5B-74F1-4EC3-8CBB-759B53E7F49A}" sibTransId="{441786E3-8F2B-46EA-BF29-0B7CED7ADE34}"/>
    <dgm:cxn modelId="{2E7C154C-A33A-4EB5-960A-C60FFDB3E7ED}" srcId="{20DFFF6E-60C5-428A-81B9-F40E50492841}" destId="{8A328CCC-ADC8-4A95-839B-9EC0C5B3CD11}" srcOrd="0" destOrd="0" parTransId="{18717BB2-78F0-4A8A-A17F-1712D9105E08}" sibTransId="{2135CC8F-FF82-453F-B8E8-0ADE0E7CFCEC}"/>
    <dgm:cxn modelId="{985AE070-972F-47E8-90CF-0642E9F66A6B}" type="presOf" srcId="{7728BC89-3645-4D7D-8944-D591E46050A1}" destId="{63CFE302-0AD4-476C-A51C-95651FB187EB}" srcOrd="1" destOrd="0" presId="urn:microsoft.com/office/officeart/2005/8/layout/list1"/>
    <dgm:cxn modelId="{3E9FA772-F744-4A31-926C-8EAD1D18A336}" srcId="{7728BC89-3645-4D7D-8944-D591E46050A1}" destId="{45609463-49A6-4E0A-BBE1-9377B4438207}" srcOrd="1" destOrd="0" parTransId="{F896B20C-50D1-4947-B43C-9B075A385262}" sibTransId="{7DF20C8B-96A6-48E4-88B4-BD5E87179FBB}"/>
    <dgm:cxn modelId="{16016C56-06E9-4A65-9E58-BF0561E95767}" srcId="{8A328CCC-ADC8-4A95-839B-9EC0C5B3CD11}" destId="{D691FA59-08F5-45D0-ABB9-4AC23E0F790D}" srcOrd="0" destOrd="0" parTransId="{07E113E4-4115-4234-886F-7905A4031182}" sibTransId="{77E8E493-9249-4F79-8986-09CD44D08DA2}"/>
    <dgm:cxn modelId="{4EA99776-6E0C-4F22-9CDB-D4038243A0B6}" srcId="{20DFFF6E-60C5-428A-81B9-F40E50492841}" destId="{A4BF0353-DCB3-40D5-A6D6-8A4E3E93920D}" srcOrd="4" destOrd="0" parTransId="{B59EE2AE-BF68-46D4-989A-7A092BCACC45}" sibTransId="{56A052B0-B902-4BC7-905F-697225BEB1F9}"/>
    <dgm:cxn modelId="{9CD0AA57-2074-4C44-8A9E-0CFC5A7D3207}" srcId="{20DFFF6E-60C5-428A-81B9-F40E50492841}" destId="{1A50EF28-CBA7-447A-8959-01FA880B4B5E}" srcOrd="3" destOrd="0" parTransId="{16E36E98-951C-4C07-BF19-B50109E6AD22}" sibTransId="{2D66E454-1BFA-4589-8E16-BBB726CF3F9A}"/>
    <dgm:cxn modelId="{920D157E-2D29-48F8-9244-B28E541D4021}" type="presOf" srcId="{D691FA59-08F5-45D0-ABB9-4AC23E0F790D}" destId="{4DE6AD4D-81F8-4EB0-8878-181ADC294BD8}" srcOrd="0" destOrd="0" presId="urn:microsoft.com/office/officeart/2005/8/layout/list1"/>
    <dgm:cxn modelId="{D0E91E81-D684-4550-A4BF-B5DD05A8A0DF}" type="presOf" srcId="{F08D0E5B-D4A8-4B49-A4BD-0837BCE6F6FC}" destId="{2CB5656B-3ECF-44FC-82C1-CC0B34ADF659}" srcOrd="0" destOrd="0" presId="urn:microsoft.com/office/officeart/2005/8/layout/list1"/>
    <dgm:cxn modelId="{0FA5A28C-0D1C-4F09-8742-7B0820ABED8C}" srcId="{7728BC89-3645-4D7D-8944-D591E46050A1}" destId="{01174584-CCF7-48FC-938D-9A139D348155}" srcOrd="0" destOrd="0" parTransId="{E3EBF5FB-0889-4907-B0C6-7EE3CB5C575F}" sibTransId="{8F2BACD2-0854-47DA-9B56-D1B4B00F3884}"/>
    <dgm:cxn modelId="{D1DEAFA4-21D7-4821-B03C-A91A81F9D0B4}" type="presOf" srcId="{20DFFF6E-60C5-428A-81B9-F40E50492841}" destId="{77089BE8-257D-4FA9-BB48-913F36200589}" srcOrd="0" destOrd="0" presId="urn:microsoft.com/office/officeart/2005/8/layout/list1"/>
    <dgm:cxn modelId="{AE6659A9-6D3F-4887-9E18-F286E1FCA38C}" type="presOf" srcId="{5708F01B-140D-4EBD-AD66-016987ADB0DE}" destId="{FDC1DAC0-A89B-4CD6-BEF7-1DDEE3A61CEC}" srcOrd="0" destOrd="1" presId="urn:microsoft.com/office/officeart/2005/8/layout/list1"/>
    <dgm:cxn modelId="{F32939AB-3553-41A6-B895-453C8DAE7B00}" type="presOf" srcId="{3C34BA7B-A2E2-412F-9AC9-2FC5637A77C4}" destId="{9FCF1A17-BC66-4488-8B7C-C50B8A92E438}" srcOrd="0" destOrd="0" presId="urn:microsoft.com/office/officeart/2005/8/layout/list1"/>
    <dgm:cxn modelId="{14FF71AD-8953-49BC-9F16-A50CD9EFC3BE}" srcId="{20DFFF6E-60C5-428A-81B9-F40E50492841}" destId="{7728BC89-3645-4D7D-8944-D591E46050A1}" srcOrd="1" destOrd="0" parTransId="{378F4BD7-C3DF-4A80-838A-B65FE97C33D0}" sibTransId="{FF5759AD-9672-43F1-B309-2A38AA82DB75}"/>
    <dgm:cxn modelId="{7CAB29B8-F6AE-4170-99F1-BDD06D316E64}" srcId="{6613B2B1-7A3B-4097-A7B7-565877D3FF80}" destId="{F08D0E5B-D4A8-4B49-A4BD-0837BCE6F6FC}" srcOrd="0" destOrd="0" parTransId="{70CB5640-04A8-4E71-B14F-BD4FF8E13C4D}" sibTransId="{439F8FF0-0703-44C5-AF50-AFEF39F5D5AF}"/>
    <dgm:cxn modelId="{D717BEBB-878F-489A-8170-18E7CA141618}" type="presOf" srcId="{8A328CCC-ADC8-4A95-839B-9EC0C5B3CD11}" destId="{7950109E-3E71-421F-A046-CAE12069E1C3}" srcOrd="1" destOrd="0" presId="urn:microsoft.com/office/officeart/2005/8/layout/list1"/>
    <dgm:cxn modelId="{3F8B9EC7-4509-4AEC-AE07-BD300CFD6157}" type="presOf" srcId="{01174584-CCF7-48FC-938D-9A139D348155}" destId="{FFC9B82C-7A43-4873-B2B3-F4F4FFE66E88}" srcOrd="0" destOrd="0" presId="urn:microsoft.com/office/officeart/2005/8/layout/list1"/>
    <dgm:cxn modelId="{8FA5D8CF-ADFA-4E5C-830A-2D2022D36A56}" srcId="{1A50EF28-CBA7-447A-8959-01FA880B4B5E}" destId="{3C34BA7B-A2E2-412F-9AC9-2FC5637A77C4}" srcOrd="0" destOrd="0" parTransId="{5B157B03-D43A-44E0-A16D-7F600C899A70}" sibTransId="{90351B20-DC4D-459B-A128-FBDD060E51FD}"/>
    <dgm:cxn modelId="{E79F8AD2-48C5-4F9E-A28A-5C98A05BBC29}" type="presOf" srcId="{A4BF0353-DCB3-40D5-A6D6-8A4E3E93920D}" destId="{436C2513-9DE1-4DF5-A355-1840A0DCCA95}" srcOrd="1" destOrd="0" presId="urn:microsoft.com/office/officeart/2005/8/layout/list1"/>
    <dgm:cxn modelId="{F0316FD5-7ADA-44A6-9570-33002A986E03}" type="presOf" srcId="{A4BF0353-DCB3-40D5-A6D6-8A4E3E93920D}" destId="{75FD0F72-A780-4DDA-B151-051B6A715F33}" srcOrd="0" destOrd="0" presId="urn:microsoft.com/office/officeart/2005/8/layout/list1"/>
    <dgm:cxn modelId="{A0B120D7-0E53-4F87-BBBD-D837BB75E7D9}" type="presOf" srcId="{1A50EF28-CBA7-447A-8959-01FA880B4B5E}" destId="{3743650C-5131-47F7-813D-E4D83C72782A}" srcOrd="0" destOrd="0" presId="urn:microsoft.com/office/officeart/2005/8/layout/list1"/>
    <dgm:cxn modelId="{3B2305DE-1832-4E08-9031-9765738CD858}" type="presOf" srcId="{F23E4F1A-256D-4613-A9E3-D3CB44773647}" destId="{4DE6AD4D-81F8-4EB0-8878-181ADC294BD8}" srcOrd="0" destOrd="1" presId="urn:microsoft.com/office/officeart/2005/8/layout/list1"/>
    <dgm:cxn modelId="{B5BB81F7-994B-4A72-A785-A9784A474899}" type="presOf" srcId="{8A328CCC-ADC8-4A95-839B-9EC0C5B3CD11}" destId="{2C7C07EF-AE01-4059-9095-B30D41EFAC3E}" srcOrd="0" destOrd="0" presId="urn:microsoft.com/office/officeart/2005/8/layout/list1"/>
    <dgm:cxn modelId="{E71FF6F7-FE72-4622-9373-AFBF6E0293DD}" type="presOf" srcId="{7728BC89-3645-4D7D-8944-D591E46050A1}" destId="{F855203B-79ED-493A-8AAE-4F95DD4F5DBA}" srcOrd="0" destOrd="0" presId="urn:microsoft.com/office/officeart/2005/8/layout/list1"/>
    <dgm:cxn modelId="{836EA5F8-8A7A-46C2-B5E9-6CDB12187139}" type="presOf" srcId="{275D1C48-FB21-4717-8419-A92AE98A6EE1}" destId="{2CB5656B-3ECF-44FC-82C1-CC0B34ADF659}" srcOrd="0" destOrd="1" presId="urn:microsoft.com/office/officeart/2005/8/layout/list1"/>
    <dgm:cxn modelId="{AB8F906B-6EEB-4764-8C3C-C58617AD46AB}" type="presParOf" srcId="{77089BE8-257D-4FA9-BB48-913F36200589}" destId="{DF907AE2-3FFF-43F0-BDAB-4B953D5723E4}" srcOrd="0" destOrd="0" presId="urn:microsoft.com/office/officeart/2005/8/layout/list1"/>
    <dgm:cxn modelId="{1C7EC108-9CBB-4A78-8429-83CDCCB178B9}" type="presParOf" srcId="{DF907AE2-3FFF-43F0-BDAB-4B953D5723E4}" destId="{2C7C07EF-AE01-4059-9095-B30D41EFAC3E}" srcOrd="0" destOrd="0" presId="urn:microsoft.com/office/officeart/2005/8/layout/list1"/>
    <dgm:cxn modelId="{6C8E87CD-DDA5-44B5-B97A-DC7BF70B8986}" type="presParOf" srcId="{DF907AE2-3FFF-43F0-BDAB-4B953D5723E4}" destId="{7950109E-3E71-421F-A046-CAE12069E1C3}" srcOrd="1" destOrd="0" presId="urn:microsoft.com/office/officeart/2005/8/layout/list1"/>
    <dgm:cxn modelId="{E34A6945-995E-4F98-A5E3-14AFC47AA21A}" type="presParOf" srcId="{77089BE8-257D-4FA9-BB48-913F36200589}" destId="{C235D6CF-0C96-4842-9B3A-CD1C8F665F05}" srcOrd="1" destOrd="0" presId="urn:microsoft.com/office/officeart/2005/8/layout/list1"/>
    <dgm:cxn modelId="{7D10694D-FFDA-409E-AAC1-FF96F1DC67F8}" type="presParOf" srcId="{77089BE8-257D-4FA9-BB48-913F36200589}" destId="{4DE6AD4D-81F8-4EB0-8878-181ADC294BD8}" srcOrd="2" destOrd="0" presId="urn:microsoft.com/office/officeart/2005/8/layout/list1"/>
    <dgm:cxn modelId="{E7C5F61C-2D1B-4586-A7DF-2E1EC9306843}" type="presParOf" srcId="{77089BE8-257D-4FA9-BB48-913F36200589}" destId="{50E94210-916C-4596-B0EB-3E8AF775B1DA}" srcOrd="3" destOrd="0" presId="urn:microsoft.com/office/officeart/2005/8/layout/list1"/>
    <dgm:cxn modelId="{681442D2-2CB3-46B6-8D13-7F16FCB5A0FC}" type="presParOf" srcId="{77089BE8-257D-4FA9-BB48-913F36200589}" destId="{34CA5076-F494-4D5C-9408-22CF043869BA}" srcOrd="4" destOrd="0" presId="urn:microsoft.com/office/officeart/2005/8/layout/list1"/>
    <dgm:cxn modelId="{68055D20-E500-40A6-BC06-D56EB6EAA0BD}" type="presParOf" srcId="{34CA5076-F494-4D5C-9408-22CF043869BA}" destId="{F855203B-79ED-493A-8AAE-4F95DD4F5DBA}" srcOrd="0" destOrd="0" presId="urn:microsoft.com/office/officeart/2005/8/layout/list1"/>
    <dgm:cxn modelId="{9FEDFF75-1003-4431-BDDB-E3C660DCBB9A}" type="presParOf" srcId="{34CA5076-F494-4D5C-9408-22CF043869BA}" destId="{63CFE302-0AD4-476C-A51C-95651FB187EB}" srcOrd="1" destOrd="0" presId="urn:microsoft.com/office/officeart/2005/8/layout/list1"/>
    <dgm:cxn modelId="{CF458E2D-E5A4-43D0-A92C-D93DFCD623DA}" type="presParOf" srcId="{77089BE8-257D-4FA9-BB48-913F36200589}" destId="{544BFE1C-D151-499A-B4E9-58AF216D1BEF}" srcOrd="5" destOrd="0" presId="urn:microsoft.com/office/officeart/2005/8/layout/list1"/>
    <dgm:cxn modelId="{3544C206-B6D0-491D-A6DB-4FD64F8FBAD1}" type="presParOf" srcId="{77089BE8-257D-4FA9-BB48-913F36200589}" destId="{FFC9B82C-7A43-4873-B2B3-F4F4FFE66E88}" srcOrd="6" destOrd="0" presId="urn:microsoft.com/office/officeart/2005/8/layout/list1"/>
    <dgm:cxn modelId="{05AD8AD2-4144-4D86-A3B6-B71A5AA1290B}" type="presParOf" srcId="{77089BE8-257D-4FA9-BB48-913F36200589}" destId="{409075CF-53EB-4892-A66A-743671E3EDD2}" srcOrd="7" destOrd="0" presId="urn:microsoft.com/office/officeart/2005/8/layout/list1"/>
    <dgm:cxn modelId="{6F0CBBD9-A88B-49FB-9213-E5DF2091B1B4}" type="presParOf" srcId="{77089BE8-257D-4FA9-BB48-913F36200589}" destId="{E64FDC20-F187-49AF-8354-536A6AA2CCE3}" srcOrd="8" destOrd="0" presId="urn:microsoft.com/office/officeart/2005/8/layout/list1"/>
    <dgm:cxn modelId="{150D606C-DB99-463D-A3D3-59F0F61D2A1A}" type="presParOf" srcId="{E64FDC20-F187-49AF-8354-536A6AA2CCE3}" destId="{69A43579-71DF-448E-AF58-3CECD7041513}" srcOrd="0" destOrd="0" presId="urn:microsoft.com/office/officeart/2005/8/layout/list1"/>
    <dgm:cxn modelId="{EE2A6A53-75AA-4CA5-A627-54FB835408E4}" type="presParOf" srcId="{E64FDC20-F187-49AF-8354-536A6AA2CCE3}" destId="{32EE8679-2379-4B84-80A4-6748CE052F28}" srcOrd="1" destOrd="0" presId="urn:microsoft.com/office/officeart/2005/8/layout/list1"/>
    <dgm:cxn modelId="{3823A746-ACA8-489A-8C3C-8ED4DBDD8150}" type="presParOf" srcId="{77089BE8-257D-4FA9-BB48-913F36200589}" destId="{B6DEB445-68FC-4B2C-BAED-43FCB5C1646D}" srcOrd="9" destOrd="0" presId="urn:microsoft.com/office/officeart/2005/8/layout/list1"/>
    <dgm:cxn modelId="{0B5690FB-FD21-47AD-AC04-F81851CA40AB}" type="presParOf" srcId="{77089BE8-257D-4FA9-BB48-913F36200589}" destId="{2CB5656B-3ECF-44FC-82C1-CC0B34ADF659}" srcOrd="10" destOrd="0" presId="urn:microsoft.com/office/officeart/2005/8/layout/list1"/>
    <dgm:cxn modelId="{7339DDA0-4890-478B-A1AA-19FD26C82C86}" type="presParOf" srcId="{77089BE8-257D-4FA9-BB48-913F36200589}" destId="{CE831EA8-74F0-4004-BBD5-D26922572A9F}" srcOrd="11" destOrd="0" presId="urn:microsoft.com/office/officeart/2005/8/layout/list1"/>
    <dgm:cxn modelId="{2E665B35-51DA-495B-B2DE-DFD143E72B63}" type="presParOf" srcId="{77089BE8-257D-4FA9-BB48-913F36200589}" destId="{F77D3EC3-B1CC-4F7E-8517-1EFD47DA3E7F}" srcOrd="12" destOrd="0" presId="urn:microsoft.com/office/officeart/2005/8/layout/list1"/>
    <dgm:cxn modelId="{3F057600-F77B-407B-994A-615499C01A77}" type="presParOf" srcId="{F77D3EC3-B1CC-4F7E-8517-1EFD47DA3E7F}" destId="{3743650C-5131-47F7-813D-E4D83C72782A}" srcOrd="0" destOrd="0" presId="urn:microsoft.com/office/officeart/2005/8/layout/list1"/>
    <dgm:cxn modelId="{AE114D1D-E7B3-4A3C-8175-CD1F9A332B90}" type="presParOf" srcId="{F77D3EC3-B1CC-4F7E-8517-1EFD47DA3E7F}" destId="{BE2F4FAE-A42D-4832-9296-5E2B1709AC9F}" srcOrd="1" destOrd="0" presId="urn:microsoft.com/office/officeart/2005/8/layout/list1"/>
    <dgm:cxn modelId="{E8877EFF-D21C-4BD0-8C88-72C21CEBFE2A}" type="presParOf" srcId="{77089BE8-257D-4FA9-BB48-913F36200589}" destId="{0231D243-7C8F-4AD4-9829-FFB773F4FB30}" srcOrd="13" destOrd="0" presId="urn:microsoft.com/office/officeart/2005/8/layout/list1"/>
    <dgm:cxn modelId="{6F8BBFD3-A22E-4E7A-8E34-6C648A59F360}" type="presParOf" srcId="{77089BE8-257D-4FA9-BB48-913F36200589}" destId="{9FCF1A17-BC66-4488-8B7C-C50B8A92E438}" srcOrd="14" destOrd="0" presId="urn:microsoft.com/office/officeart/2005/8/layout/list1"/>
    <dgm:cxn modelId="{BC07041D-F495-45E8-91C6-1DA69C6B1114}" type="presParOf" srcId="{77089BE8-257D-4FA9-BB48-913F36200589}" destId="{63F534C3-EC09-4982-BA14-1364593F2170}" srcOrd="15" destOrd="0" presId="urn:microsoft.com/office/officeart/2005/8/layout/list1"/>
    <dgm:cxn modelId="{1563A702-1EBA-4593-998E-3AE5FADA50B5}" type="presParOf" srcId="{77089BE8-257D-4FA9-BB48-913F36200589}" destId="{5C60E32F-34DE-4AAA-B6D0-9D9453EA4672}" srcOrd="16" destOrd="0" presId="urn:microsoft.com/office/officeart/2005/8/layout/list1"/>
    <dgm:cxn modelId="{2F67D71D-1821-49CD-8C3C-57C1573FC7AC}" type="presParOf" srcId="{5C60E32F-34DE-4AAA-B6D0-9D9453EA4672}" destId="{75FD0F72-A780-4DDA-B151-051B6A715F33}" srcOrd="0" destOrd="0" presId="urn:microsoft.com/office/officeart/2005/8/layout/list1"/>
    <dgm:cxn modelId="{F26B1C4F-88D0-484D-BF4F-6E6A6DDCB98A}" type="presParOf" srcId="{5C60E32F-34DE-4AAA-B6D0-9D9453EA4672}" destId="{436C2513-9DE1-4DF5-A355-1840A0DCCA95}" srcOrd="1" destOrd="0" presId="urn:microsoft.com/office/officeart/2005/8/layout/list1"/>
    <dgm:cxn modelId="{ED9608E9-AC74-465E-964C-2F93448903F5}" type="presParOf" srcId="{77089BE8-257D-4FA9-BB48-913F36200589}" destId="{A08DCD11-6822-4F6B-9213-ED1D75925CE5}" srcOrd="17" destOrd="0" presId="urn:microsoft.com/office/officeart/2005/8/layout/list1"/>
    <dgm:cxn modelId="{B9507CFB-3A23-46E1-92B7-3901C9314DF7}" type="presParOf" srcId="{77089BE8-257D-4FA9-BB48-913F36200589}" destId="{FDC1DAC0-A89B-4CD6-BEF7-1DDEE3A61CE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F748BD-49E4-4179-A4F4-1D3D16B984E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B23784A-B2E1-4CBB-9BD0-546E86F6CF48}">
      <dgm:prSet/>
      <dgm:spPr/>
      <dgm:t>
        <a:bodyPr/>
        <a:lstStyle/>
        <a:p>
          <a:r>
            <a:rPr lang="en-US"/>
            <a:t>Features are multi-collinear i.e. they are co-related</a:t>
          </a:r>
        </a:p>
      </dgm:t>
    </dgm:pt>
    <dgm:pt modelId="{DB57E363-CC68-406E-A815-0D390EFF3855}" type="parTrans" cxnId="{54AA9586-C792-444A-977F-EAF11CD15EF0}">
      <dgm:prSet/>
      <dgm:spPr/>
      <dgm:t>
        <a:bodyPr/>
        <a:lstStyle/>
        <a:p>
          <a:endParaRPr lang="en-US"/>
        </a:p>
      </dgm:t>
    </dgm:pt>
    <dgm:pt modelId="{7B550BC5-6E75-429F-B6E3-862C545EF4F7}" type="sibTrans" cxnId="{54AA9586-C792-444A-977F-EAF11CD15EF0}">
      <dgm:prSet/>
      <dgm:spPr/>
      <dgm:t>
        <a:bodyPr/>
        <a:lstStyle/>
        <a:p>
          <a:endParaRPr lang="en-US"/>
        </a:p>
      </dgm:t>
    </dgm:pt>
    <dgm:pt modelId="{781B910E-66F9-4DA6-B994-276453896554}">
      <dgm:prSet/>
      <dgm:spPr/>
      <dgm:t>
        <a:bodyPr/>
        <a:lstStyle/>
        <a:p>
          <a:r>
            <a:rPr lang="en-US"/>
            <a:t>Bigram Featurization performs best with accuracy of 93.704 and F1-Score of 0.808</a:t>
          </a:r>
        </a:p>
      </dgm:t>
    </dgm:pt>
    <dgm:pt modelId="{D0FDE582-57EB-4F39-A3B7-674A4F6D6767}" type="parTrans" cxnId="{018019D2-AA4D-488A-93C0-39A5A3F4C02A}">
      <dgm:prSet/>
      <dgm:spPr/>
      <dgm:t>
        <a:bodyPr/>
        <a:lstStyle/>
        <a:p>
          <a:endParaRPr lang="en-US"/>
        </a:p>
      </dgm:t>
    </dgm:pt>
    <dgm:pt modelId="{D472FED7-7D5C-49C7-9D61-EF3535F88CB5}" type="sibTrans" cxnId="{018019D2-AA4D-488A-93C0-39A5A3F4C02A}">
      <dgm:prSet/>
      <dgm:spPr/>
      <dgm:t>
        <a:bodyPr/>
        <a:lstStyle/>
        <a:p>
          <a:endParaRPr lang="en-US"/>
        </a:p>
      </dgm:t>
    </dgm:pt>
    <dgm:pt modelId="{0187BC34-FBFB-473B-BBF0-A9890688AEF8}">
      <dgm:prSet/>
      <dgm:spPr/>
      <dgm:t>
        <a:bodyPr/>
        <a:lstStyle/>
        <a:p>
          <a:r>
            <a:rPr lang="en-US"/>
            <a:t>Sparsity increases as we increase lambda or decrease C when L1 Regularizer is used</a:t>
          </a:r>
        </a:p>
      </dgm:t>
    </dgm:pt>
    <dgm:pt modelId="{8AD53E86-B21D-43B1-BE74-662FBD69385E}" type="parTrans" cxnId="{AEB04C6C-D84F-4720-9541-5EF9739BEA09}">
      <dgm:prSet/>
      <dgm:spPr/>
      <dgm:t>
        <a:bodyPr/>
        <a:lstStyle/>
        <a:p>
          <a:endParaRPr lang="en-US"/>
        </a:p>
      </dgm:t>
    </dgm:pt>
    <dgm:pt modelId="{C4389E9E-24AF-4099-B28A-B12087468110}" type="sibTrans" cxnId="{AEB04C6C-D84F-4720-9541-5EF9739BEA09}">
      <dgm:prSet/>
      <dgm:spPr/>
      <dgm:t>
        <a:bodyPr/>
        <a:lstStyle/>
        <a:p>
          <a:endParaRPr lang="en-US"/>
        </a:p>
      </dgm:t>
    </dgm:pt>
    <dgm:pt modelId="{0A8AC41F-7C64-4B24-BD61-0DEB76628951}">
      <dgm:prSet/>
      <dgm:spPr/>
      <dgm:t>
        <a:bodyPr/>
        <a:lstStyle/>
        <a:p>
          <a:r>
            <a:rPr lang="en-US"/>
            <a:t>Algorithms like Logistic Regression performed best on this data</a:t>
          </a:r>
        </a:p>
      </dgm:t>
    </dgm:pt>
    <dgm:pt modelId="{F8EFB09B-C950-47D5-A0E7-64086E7B5862}" type="parTrans" cxnId="{4A810350-6A42-4C30-B467-01A7503C00EA}">
      <dgm:prSet/>
      <dgm:spPr/>
      <dgm:t>
        <a:bodyPr/>
        <a:lstStyle/>
        <a:p>
          <a:endParaRPr lang="en-US"/>
        </a:p>
      </dgm:t>
    </dgm:pt>
    <dgm:pt modelId="{D05631FA-08C7-4D7C-8A81-62E5334E338F}" type="sibTrans" cxnId="{4A810350-6A42-4C30-B467-01A7503C00EA}">
      <dgm:prSet/>
      <dgm:spPr/>
      <dgm:t>
        <a:bodyPr/>
        <a:lstStyle/>
        <a:p>
          <a:endParaRPr lang="en-US"/>
        </a:p>
      </dgm:t>
    </dgm:pt>
    <dgm:pt modelId="{4522F7EA-10C8-4A14-BBED-CAD608B40B2E}" type="pres">
      <dgm:prSet presAssocID="{37F748BD-49E4-4179-A4F4-1D3D16B984EB}" presName="root" presStyleCnt="0">
        <dgm:presLayoutVars>
          <dgm:dir/>
          <dgm:resizeHandles val="exact"/>
        </dgm:presLayoutVars>
      </dgm:prSet>
      <dgm:spPr/>
    </dgm:pt>
    <dgm:pt modelId="{E5AC1948-79C3-4C26-8F97-76A29A5B9BDB}" type="pres">
      <dgm:prSet presAssocID="{9B23784A-B2E1-4CBB-9BD0-546E86F6CF48}" presName="compNode" presStyleCnt="0"/>
      <dgm:spPr/>
    </dgm:pt>
    <dgm:pt modelId="{CC0696DF-D383-4CC3-A036-9068B383C9D7}" type="pres">
      <dgm:prSet presAssocID="{9B23784A-B2E1-4CBB-9BD0-546E86F6CF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37566397-BE73-4063-864F-606042078821}" type="pres">
      <dgm:prSet presAssocID="{9B23784A-B2E1-4CBB-9BD0-546E86F6CF48}" presName="spaceRect" presStyleCnt="0"/>
      <dgm:spPr/>
    </dgm:pt>
    <dgm:pt modelId="{B8A57E26-D7E4-421B-A93A-EB7B4F9FCF80}" type="pres">
      <dgm:prSet presAssocID="{9B23784A-B2E1-4CBB-9BD0-546E86F6CF48}" presName="textRect" presStyleLbl="revTx" presStyleIdx="0" presStyleCnt="4">
        <dgm:presLayoutVars>
          <dgm:chMax val="1"/>
          <dgm:chPref val="1"/>
        </dgm:presLayoutVars>
      </dgm:prSet>
      <dgm:spPr/>
    </dgm:pt>
    <dgm:pt modelId="{A3F6912C-6E1F-4D57-8057-34F95A95BF67}" type="pres">
      <dgm:prSet presAssocID="{7B550BC5-6E75-429F-B6E3-862C545EF4F7}" presName="sibTrans" presStyleCnt="0"/>
      <dgm:spPr/>
    </dgm:pt>
    <dgm:pt modelId="{E2A25BEC-75D6-42C5-B5E3-A38EF8928E53}" type="pres">
      <dgm:prSet presAssocID="{781B910E-66F9-4DA6-B994-276453896554}" presName="compNode" presStyleCnt="0"/>
      <dgm:spPr/>
    </dgm:pt>
    <dgm:pt modelId="{7536A0A6-7AA8-411B-AFCA-C0C56B3F86DE}" type="pres">
      <dgm:prSet presAssocID="{781B910E-66F9-4DA6-B994-2764538965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9DBCF4A-1BC2-4DD0-ACF6-C9BD2B4215BF}" type="pres">
      <dgm:prSet presAssocID="{781B910E-66F9-4DA6-B994-276453896554}" presName="spaceRect" presStyleCnt="0"/>
      <dgm:spPr/>
    </dgm:pt>
    <dgm:pt modelId="{80730F4A-BDCD-4FFB-99F5-5162908690D0}" type="pres">
      <dgm:prSet presAssocID="{781B910E-66F9-4DA6-B994-276453896554}" presName="textRect" presStyleLbl="revTx" presStyleIdx="1" presStyleCnt="4">
        <dgm:presLayoutVars>
          <dgm:chMax val="1"/>
          <dgm:chPref val="1"/>
        </dgm:presLayoutVars>
      </dgm:prSet>
      <dgm:spPr/>
    </dgm:pt>
    <dgm:pt modelId="{D46C6833-40C3-4F25-BB00-24E2B713BCC3}" type="pres">
      <dgm:prSet presAssocID="{D472FED7-7D5C-49C7-9D61-EF3535F88CB5}" presName="sibTrans" presStyleCnt="0"/>
      <dgm:spPr/>
    </dgm:pt>
    <dgm:pt modelId="{F35EA3BC-5BCA-44F1-AB81-076A33D62913}" type="pres">
      <dgm:prSet presAssocID="{0187BC34-FBFB-473B-BBF0-A9890688AEF8}" presName="compNode" presStyleCnt="0"/>
      <dgm:spPr/>
    </dgm:pt>
    <dgm:pt modelId="{EE8DE206-0D2A-4848-BA58-2FFDE2AAFE02}" type="pres">
      <dgm:prSet presAssocID="{0187BC34-FBFB-473B-BBF0-A9890688AE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9634B12-2FBE-4441-97AE-A47E1D95112A}" type="pres">
      <dgm:prSet presAssocID="{0187BC34-FBFB-473B-BBF0-A9890688AEF8}" presName="spaceRect" presStyleCnt="0"/>
      <dgm:spPr/>
    </dgm:pt>
    <dgm:pt modelId="{BC2BBC71-10D6-401C-9F5C-FB049142C756}" type="pres">
      <dgm:prSet presAssocID="{0187BC34-FBFB-473B-BBF0-A9890688AEF8}" presName="textRect" presStyleLbl="revTx" presStyleIdx="2" presStyleCnt="4">
        <dgm:presLayoutVars>
          <dgm:chMax val="1"/>
          <dgm:chPref val="1"/>
        </dgm:presLayoutVars>
      </dgm:prSet>
      <dgm:spPr/>
    </dgm:pt>
    <dgm:pt modelId="{5E406351-DD06-4B45-A6F4-19A5B6CB3253}" type="pres">
      <dgm:prSet presAssocID="{C4389E9E-24AF-4099-B28A-B12087468110}" presName="sibTrans" presStyleCnt="0"/>
      <dgm:spPr/>
    </dgm:pt>
    <dgm:pt modelId="{19E124B5-E53B-4360-9020-B35B328A5163}" type="pres">
      <dgm:prSet presAssocID="{0A8AC41F-7C64-4B24-BD61-0DEB76628951}" presName="compNode" presStyleCnt="0"/>
      <dgm:spPr/>
    </dgm:pt>
    <dgm:pt modelId="{B3FABD53-79F9-4CEC-879F-45DA12C02CD3}" type="pres">
      <dgm:prSet presAssocID="{0A8AC41F-7C64-4B24-BD61-0DEB766289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2260EB8-2EB9-468C-887C-F7FE477CEA7E}" type="pres">
      <dgm:prSet presAssocID="{0A8AC41F-7C64-4B24-BD61-0DEB76628951}" presName="spaceRect" presStyleCnt="0"/>
      <dgm:spPr/>
    </dgm:pt>
    <dgm:pt modelId="{AA189E55-AA8E-4884-952B-B51275C9C22C}" type="pres">
      <dgm:prSet presAssocID="{0A8AC41F-7C64-4B24-BD61-0DEB7662895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D4C0F14-E03A-4279-B3F3-96DABF74D35C}" type="presOf" srcId="{37F748BD-49E4-4179-A4F4-1D3D16B984EB}" destId="{4522F7EA-10C8-4A14-BBED-CAD608B40B2E}" srcOrd="0" destOrd="0" presId="urn:microsoft.com/office/officeart/2018/2/layout/IconLabelList"/>
    <dgm:cxn modelId="{B0528944-0D47-48EF-BAF0-924459F06389}" type="presOf" srcId="{9B23784A-B2E1-4CBB-9BD0-546E86F6CF48}" destId="{B8A57E26-D7E4-421B-A93A-EB7B4F9FCF80}" srcOrd="0" destOrd="0" presId="urn:microsoft.com/office/officeart/2018/2/layout/IconLabelList"/>
    <dgm:cxn modelId="{AEB04C6C-D84F-4720-9541-5EF9739BEA09}" srcId="{37F748BD-49E4-4179-A4F4-1D3D16B984EB}" destId="{0187BC34-FBFB-473B-BBF0-A9890688AEF8}" srcOrd="2" destOrd="0" parTransId="{8AD53E86-B21D-43B1-BE74-662FBD69385E}" sibTransId="{C4389E9E-24AF-4099-B28A-B12087468110}"/>
    <dgm:cxn modelId="{4A810350-6A42-4C30-B467-01A7503C00EA}" srcId="{37F748BD-49E4-4179-A4F4-1D3D16B984EB}" destId="{0A8AC41F-7C64-4B24-BD61-0DEB76628951}" srcOrd="3" destOrd="0" parTransId="{F8EFB09B-C950-47D5-A0E7-64086E7B5862}" sibTransId="{D05631FA-08C7-4D7C-8A81-62E5334E338F}"/>
    <dgm:cxn modelId="{87B45C57-84C6-4F46-A054-3168E73E739B}" type="presOf" srcId="{781B910E-66F9-4DA6-B994-276453896554}" destId="{80730F4A-BDCD-4FFB-99F5-5162908690D0}" srcOrd="0" destOrd="0" presId="urn:microsoft.com/office/officeart/2018/2/layout/IconLabelList"/>
    <dgm:cxn modelId="{54AA9586-C792-444A-977F-EAF11CD15EF0}" srcId="{37F748BD-49E4-4179-A4F4-1D3D16B984EB}" destId="{9B23784A-B2E1-4CBB-9BD0-546E86F6CF48}" srcOrd="0" destOrd="0" parTransId="{DB57E363-CC68-406E-A815-0D390EFF3855}" sibTransId="{7B550BC5-6E75-429F-B6E3-862C545EF4F7}"/>
    <dgm:cxn modelId="{C75AD6CD-4364-42DC-9982-B75D225D76C2}" type="presOf" srcId="{0187BC34-FBFB-473B-BBF0-A9890688AEF8}" destId="{BC2BBC71-10D6-401C-9F5C-FB049142C756}" srcOrd="0" destOrd="0" presId="urn:microsoft.com/office/officeart/2018/2/layout/IconLabelList"/>
    <dgm:cxn modelId="{018019D2-AA4D-488A-93C0-39A5A3F4C02A}" srcId="{37F748BD-49E4-4179-A4F4-1D3D16B984EB}" destId="{781B910E-66F9-4DA6-B994-276453896554}" srcOrd="1" destOrd="0" parTransId="{D0FDE582-57EB-4F39-A3B7-674A4F6D6767}" sibTransId="{D472FED7-7D5C-49C7-9D61-EF3535F88CB5}"/>
    <dgm:cxn modelId="{42AECBF0-1BA4-43DA-93FA-F9A4278DAFF9}" type="presOf" srcId="{0A8AC41F-7C64-4B24-BD61-0DEB76628951}" destId="{AA189E55-AA8E-4884-952B-B51275C9C22C}" srcOrd="0" destOrd="0" presId="urn:microsoft.com/office/officeart/2018/2/layout/IconLabelList"/>
    <dgm:cxn modelId="{2BF2B3B1-8927-4270-A0A5-D416913772AB}" type="presParOf" srcId="{4522F7EA-10C8-4A14-BBED-CAD608B40B2E}" destId="{E5AC1948-79C3-4C26-8F97-76A29A5B9BDB}" srcOrd="0" destOrd="0" presId="urn:microsoft.com/office/officeart/2018/2/layout/IconLabelList"/>
    <dgm:cxn modelId="{6C2943F3-E9D5-47CA-9636-E6B4B1880EA2}" type="presParOf" srcId="{E5AC1948-79C3-4C26-8F97-76A29A5B9BDB}" destId="{CC0696DF-D383-4CC3-A036-9068B383C9D7}" srcOrd="0" destOrd="0" presId="urn:microsoft.com/office/officeart/2018/2/layout/IconLabelList"/>
    <dgm:cxn modelId="{EADD8899-0B3C-4053-84E5-38BBD3E7DF61}" type="presParOf" srcId="{E5AC1948-79C3-4C26-8F97-76A29A5B9BDB}" destId="{37566397-BE73-4063-864F-606042078821}" srcOrd="1" destOrd="0" presId="urn:microsoft.com/office/officeart/2018/2/layout/IconLabelList"/>
    <dgm:cxn modelId="{F8D55801-D6BB-4BCC-8DAA-6D60AAE1E29F}" type="presParOf" srcId="{E5AC1948-79C3-4C26-8F97-76A29A5B9BDB}" destId="{B8A57E26-D7E4-421B-A93A-EB7B4F9FCF80}" srcOrd="2" destOrd="0" presId="urn:microsoft.com/office/officeart/2018/2/layout/IconLabelList"/>
    <dgm:cxn modelId="{69815F34-4008-4308-92D0-E7A692B7B905}" type="presParOf" srcId="{4522F7EA-10C8-4A14-BBED-CAD608B40B2E}" destId="{A3F6912C-6E1F-4D57-8057-34F95A95BF67}" srcOrd="1" destOrd="0" presId="urn:microsoft.com/office/officeart/2018/2/layout/IconLabelList"/>
    <dgm:cxn modelId="{E2BEF53C-B0B6-433F-B0CD-DE0024451497}" type="presParOf" srcId="{4522F7EA-10C8-4A14-BBED-CAD608B40B2E}" destId="{E2A25BEC-75D6-42C5-B5E3-A38EF8928E53}" srcOrd="2" destOrd="0" presId="urn:microsoft.com/office/officeart/2018/2/layout/IconLabelList"/>
    <dgm:cxn modelId="{121CFA24-BD45-4FD8-9606-DEC16A80DA1B}" type="presParOf" srcId="{E2A25BEC-75D6-42C5-B5E3-A38EF8928E53}" destId="{7536A0A6-7AA8-411B-AFCA-C0C56B3F86DE}" srcOrd="0" destOrd="0" presId="urn:microsoft.com/office/officeart/2018/2/layout/IconLabelList"/>
    <dgm:cxn modelId="{9B29A016-E944-456C-81A2-B4A1C24CD4C3}" type="presParOf" srcId="{E2A25BEC-75D6-42C5-B5E3-A38EF8928E53}" destId="{B9DBCF4A-1BC2-4DD0-ACF6-C9BD2B4215BF}" srcOrd="1" destOrd="0" presId="urn:microsoft.com/office/officeart/2018/2/layout/IconLabelList"/>
    <dgm:cxn modelId="{05BA080D-624E-4D99-9239-411E361B8637}" type="presParOf" srcId="{E2A25BEC-75D6-42C5-B5E3-A38EF8928E53}" destId="{80730F4A-BDCD-4FFB-99F5-5162908690D0}" srcOrd="2" destOrd="0" presId="urn:microsoft.com/office/officeart/2018/2/layout/IconLabelList"/>
    <dgm:cxn modelId="{D893232E-BE8F-46E5-A502-6B8A81D4CF67}" type="presParOf" srcId="{4522F7EA-10C8-4A14-BBED-CAD608B40B2E}" destId="{D46C6833-40C3-4F25-BB00-24E2B713BCC3}" srcOrd="3" destOrd="0" presId="urn:microsoft.com/office/officeart/2018/2/layout/IconLabelList"/>
    <dgm:cxn modelId="{988344C2-6F95-41AB-849C-388AA56E816D}" type="presParOf" srcId="{4522F7EA-10C8-4A14-BBED-CAD608B40B2E}" destId="{F35EA3BC-5BCA-44F1-AB81-076A33D62913}" srcOrd="4" destOrd="0" presId="urn:microsoft.com/office/officeart/2018/2/layout/IconLabelList"/>
    <dgm:cxn modelId="{B475F405-FD99-4775-B3F5-8B9497A385FE}" type="presParOf" srcId="{F35EA3BC-5BCA-44F1-AB81-076A33D62913}" destId="{EE8DE206-0D2A-4848-BA58-2FFDE2AAFE02}" srcOrd="0" destOrd="0" presId="urn:microsoft.com/office/officeart/2018/2/layout/IconLabelList"/>
    <dgm:cxn modelId="{0109492B-1C8C-4C73-9DDE-BA4DEBE13AE1}" type="presParOf" srcId="{F35EA3BC-5BCA-44F1-AB81-076A33D62913}" destId="{A9634B12-2FBE-4441-97AE-A47E1D95112A}" srcOrd="1" destOrd="0" presId="urn:microsoft.com/office/officeart/2018/2/layout/IconLabelList"/>
    <dgm:cxn modelId="{FC7919AB-8252-4978-9D44-214E6B7603D0}" type="presParOf" srcId="{F35EA3BC-5BCA-44F1-AB81-076A33D62913}" destId="{BC2BBC71-10D6-401C-9F5C-FB049142C756}" srcOrd="2" destOrd="0" presId="urn:microsoft.com/office/officeart/2018/2/layout/IconLabelList"/>
    <dgm:cxn modelId="{081C1141-2BD6-402C-9BF2-57B0FCAF219B}" type="presParOf" srcId="{4522F7EA-10C8-4A14-BBED-CAD608B40B2E}" destId="{5E406351-DD06-4B45-A6F4-19A5B6CB3253}" srcOrd="5" destOrd="0" presId="urn:microsoft.com/office/officeart/2018/2/layout/IconLabelList"/>
    <dgm:cxn modelId="{3BBEBA32-E8AC-477C-98E0-BE97EC2A626D}" type="presParOf" srcId="{4522F7EA-10C8-4A14-BBED-CAD608B40B2E}" destId="{19E124B5-E53B-4360-9020-B35B328A5163}" srcOrd="6" destOrd="0" presId="urn:microsoft.com/office/officeart/2018/2/layout/IconLabelList"/>
    <dgm:cxn modelId="{A9B9530E-5FF0-4F83-86B0-3A421562D711}" type="presParOf" srcId="{19E124B5-E53B-4360-9020-B35B328A5163}" destId="{B3FABD53-79F9-4CEC-879F-45DA12C02CD3}" srcOrd="0" destOrd="0" presId="urn:microsoft.com/office/officeart/2018/2/layout/IconLabelList"/>
    <dgm:cxn modelId="{0D0C5C3D-5AC4-4064-8DB7-07F337FF2C77}" type="presParOf" srcId="{19E124B5-E53B-4360-9020-B35B328A5163}" destId="{C2260EB8-2EB9-468C-887C-F7FE477CEA7E}" srcOrd="1" destOrd="0" presId="urn:microsoft.com/office/officeart/2018/2/layout/IconLabelList"/>
    <dgm:cxn modelId="{E30293CE-9BB8-449D-B4BD-D347DBC90462}" type="presParOf" srcId="{19E124B5-E53B-4360-9020-B35B328A5163}" destId="{AA189E55-AA8E-4884-952B-B51275C9C2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6AD4D-81F8-4EB0-8878-181ADC294BD8}">
      <dsp:nvSpPr>
        <dsp:cNvPr id="0" name=""/>
        <dsp:cNvSpPr/>
      </dsp:nvSpPr>
      <dsp:spPr>
        <a:xfrm>
          <a:off x="0" y="357838"/>
          <a:ext cx="6833175" cy="837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0330" tIns="291592" rIns="53033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568,454 reviews, 74,258 products, 256,059 users (Oct 1999 - Oct 2012).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Inclusion of frequent reviewers for robustness.</a:t>
          </a:r>
          <a:endParaRPr lang="en-US" sz="1400" kern="1200"/>
        </a:p>
      </dsp:txBody>
      <dsp:txXfrm>
        <a:off x="0" y="357838"/>
        <a:ext cx="6833175" cy="837900"/>
      </dsp:txXfrm>
    </dsp:sp>
    <dsp:sp modelId="{7950109E-3E71-421F-A046-CAE12069E1C3}">
      <dsp:nvSpPr>
        <dsp:cNvPr id="0" name=""/>
        <dsp:cNvSpPr/>
      </dsp:nvSpPr>
      <dsp:spPr>
        <a:xfrm>
          <a:off x="341658" y="151198"/>
          <a:ext cx="4783222" cy="413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Dataset Summary</a:t>
          </a:r>
          <a:endParaRPr lang="en-US" sz="1400" kern="1200"/>
        </a:p>
      </dsp:txBody>
      <dsp:txXfrm>
        <a:off x="361833" y="171373"/>
        <a:ext cx="4742872" cy="372930"/>
      </dsp:txXfrm>
    </dsp:sp>
    <dsp:sp modelId="{FFC9B82C-7A43-4873-B2B3-F4F4FFE66E88}">
      <dsp:nvSpPr>
        <dsp:cNvPr id="0" name=""/>
        <dsp:cNvSpPr/>
      </dsp:nvSpPr>
      <dsp:spPr>
        <a:xfrm>
          <a:off x="0" y="1477978"/>
          <a:ext cx="6833175" cy="837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0330" tIns="291592" rIns="53033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10 attributes including ID, product and user details, review text.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Use for target categorization and feature extraction.</a:t>
          </a:r>
          <a:endParaRPr lang="en-US" sz="1400" kern="1200"/>
        </a:p>
      </dsp:txBody>
      <dsp:txXfrm>
        <a:off x="0" y="1477978"/>
        <a:ext cx="6833175" cy="837900"/>
      </dsp:txXfrm>
    </dsp:sp>
    <dsp:sp modelId="{63CFE302-0AD4-476C-A51C-95651FB187EB}">
      <dsp:nvSpPr>
        <dsp:cNvPr id="0" name=""/>
        <dsp:cNvSpPr/>
      </dsp:nvSpPr>
      <dsp:spPr>
        <a:xfrm>
          <a:off x="341658" y="1271338"/>
          <a:ext cx="4783222" cy="413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Features of Dataset</a:t>
          </a:r>
          <a:endParaRPr lang="en-US" sz="1400" kern="1200"/>
        </a:p>
      </dsp:txBody>
      <dsp:txXfrm>
        <a:off x="361833" y="1291513"/>
        <a:ext cx="4742872" cy="372930"/>
      </dsp:txXfrm>
    </dsp:sp>
    <dsp:sp modelId="{2CB5656B-3ECF-44FC-82C1-CC0B34ADF659}">
      <dsp:nvSpPr>
        <dsp:cNvPr id="0" name=""/>
        <dsp:cNvSpPr/>
      </dsp:nvSpPr>
      <dsp:spPr>
        <a:xfrm>
          <a:off x="0" y="2598118"/>
          <a:ext cx="6833175" cy="837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0330" tIns="291592" rIns="53033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Python libraries for database, data management, visualization.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Gensim for NLP, sklearn.metrics for model evaluation.</a:t>
          </a:r>
          <a:endParaRPr lang="en-US" sz="1400" kern="1200"/>
        </a:p>
      </dsp:txBody>
      <dsp:txXfrm>
        <a:off x="0" y="2598118"/>
        <a:ext cx="6833175" cy="837900"/>
      </dsp:txXfrm>
    </dsp:sp>
    <dsp:sp modelId="{32EE8679-2379-4B84-80A4-6748CE052F28}">
      <dsp:nvSpPr>
        <dsp:cNvPr id="0" name=""/>
        <dsp:cNvSpPr/>
      </dsp:nvSpPr>
      <dsp:spPr>
        <a:xfrm>
          <a:off x="341658" y="2391478"/>
          <a:ext cx="4783222" cy="413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Library Imports</a:t>
          </a:r>
          <a:endParaRPr lang="en-US" sz="1400" kern="1200"/>
        </a:p>
      </dsp:txBody>
      <dsp:txXfrm>
        <a:off x="361833" y="2411653"/>
        <a:ext cx="4742872" cy="372930"/>
      </dsp:txXfrm>
    </dsp:sp>
    <dsp:sp modelId="{9FCF1A17-BC66-4488-8B7C-C50B8A92E438}">
      <dsp:nvSpPr>
        <dsp:cNvPr id="0" name=""/>
        <dsp:cNvSpPr/>
      </dsp:nvSpPr>
      <dsp:spPr>
        <a:xfrm>
          <a:off x="0" y="3718258"/>
          <a:ext cx="6833175" cy="5953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0330" tIns="291592" rIns="53033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Evaluation using precision, recall, accuracy, F1-score.</a:t>
          </a:r>
          <a:endParaRPr lang="en-US" sz="1400" kern="1200"/>
        </a:p>
      </dsp:txBody>
      <dsp:txXfrm>
        <a:off x="0" y="3718258"/>
        <a:ext cx="6833175" cy="595350"/>
      </dsp:txXfrm>
    </dsp:sp>
    <dsp:sp modelId="{BE2F4FAE-A42D-4832-9296-5E2B1709AC9F}">
      <dsp:nvSpPr>
        <dsp:cNvPr id="0" name=""/>
        <dsp:cNvSpPr/>
      </dsp:nvSpPr>
      <dsp:spPr>
        <a:xfrm>
          <a:off x="341658" y="3511618"/>
          <a:ext cx="4783222" cy="413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Performance Metrics</a:t>
          </a:r>
          <a:endParaRPr lang="en-US" sz="1400" kern="1200"/>
        </a:p>
      </dsp:txBody>
      <dsp:txXfrm>
        <a:off x="361833" y="3531793"/>
        <a:ext cx="4742872" cy="372930"/>
      </dsp:txXfrm>
    </dsp:sp>
    <dsp:sp modelId="{FDC1DAC0-A89B-4CD6-BEF7-1DDEE3A61CEC}">
      <dsp:nvSpPr>
        <dsp:cNvPr id="0" name=""/>
        <dsp:cNvSpPr/>
      </dsp:nvSpPr>
      <dsp:spPr>
        <a:xfrm>
          <a:off x="0" y="4595848"/>
          <a:ext cx="6833175" cy="837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0330" tIns="291592" rIns="53033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Sentiment analysis using logistic regression for Amazon reviews.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Classification of text reviews as positive or negative.</a:t>
          </a:r>
          <a:endParaRPr lang="en-US" sz="1400" kern="1200"/>
        </a:p>
      </dsp:txBody>
      <dsp:txXfrm>
        <a:off x="0" y="4595848"/>
        <a:ext cx="6833175" cy="837900"/>
      </dsp:txXfrm>
    </dsp:sp>
    <dsp:sp modelId="{436C2513-9DE1-4DF5-A355-1840A0DCCA95}">
      <dsp:nvSpPr>
        <dsp:cNvPr id="0" name=""/>
        <dsp:cNvSpPr/>
      </dsp:nvSpPr>
      <dsp:spPr>
        <a:xfrm>
          <a:off x="341658" y="4389208"/>
          <a:ext cx="4783222" cy="413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Application Context</a:t>
          </a:r>
          <a:endParaRPr lang="en-US" sz="1400" kern="1200"/>
        </a:p>
      </dsp:txBody>
      <dsp:txXfrm>
        <a:off x="361833" y="4409383"/>
        <a:ext cx="4742872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696DF-D383-4CC3-A036-9068B383C9D7}">
      <dsp:nvSpPr>
        <dsp:cNvPr id="0" name=""/>
        <dsp:cNvSpPr/>
      </dsp:nvSpPr>
      <dsp:spPr>
        <a:xfrm>
          <a:off x="1442905" y="340616"/>
          <a:ext cx="1093116" cy="10931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57E26-D7E4-421B-A93A-EB7B4F9FCF80}">
      <dsp:nvSpPr>
        <dsp:cNvPr id="0" name=""/>
        <dsp:cNvSpPr/>
      </dsp:nvSpPr>
      <dsp:spPr>
        <a:xfrm>
          <a:off x="774890" y="1768829"/>
          <a:ext cx="24291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Features are multi-collinear i.e. they are co-related</a:t>
          </a:r>
        </a:p>
      </dsp:txBody>
      <dsp:txXfrm>
        <a:off x="774890" y="1768829"/>
        <a:ext cx="2429146" cy="720000"/>
      </dsp:txXfrm>
    </dsp:sp>
    <dsp:sp modelId="{7536A0A6-7AA8-411B-AFCA-C0C56B3F86DE}">
      <dsp:nvSpPr>
        <dsp:cNvPr id="0" name=""/>
        <dsp:cNvSpPr/>
      </dsp:nvSpPr>
      <dsp:spPr>
        <a:xfrm>
          <a:off x="4297153" y="340616"/>
          <a:ext cx="1093116" cy="10931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30F4A-BDCD-4FFB-99F5-5162908690D0}">
      <dsp:nvSpPr>
        <dsp:cNvPr id="0" name=""/>
        <dsp:cNvSpPr/>
      </dsp:nvSpPr>
      <dsp:spPr>
        <a:xfrm>
          <a:off x="3629137" y="1768829"/>
          <a:ext cx="24291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Bigram Featurization performs best with accuracy of 93.704 and F1-Score of 0.808</a:t>
          </a:r>
        </a:p>
      </dsp:txBody>
      <dsp:txXfrm>
        <a:off x="3629137" y="1768829"/>
        <a:ext cx="2429146" cy="720000"/>
      </dsp:txXfrm>
    </dsp:sp>
    <dsp:sp modelId="{EE8DE206-0D2A-4848-BA58-2FFDE2AAFE02}">
      <dsp:nvSpPr>
        <dsp:cNvPr id="0" name=""/>
        <dsp:cNvSpPr/>
      </dsp:nvSpPr>
      <dsp:spPr>
        <a:xfrm>
          <a:off x="1442905" y="3096116"/>
          <a:ext cx="1093116" cy="10931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BBC71-10D6-401C-9F5C-FB049142C756}">
      <dsp:nvSpPr>
        <dsp:cNvPr id="0" name=""/>
        <dsp:cNvSpPr/>
      </dsp:nvSpPr>
      <dsp:spPr>
        <a:xfrm>
          <a:off x="774890" y="4524329"/>
          <a:ext cx="24291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Sparsity increases as we increase lambda or decrease C when L1 Regularizer is used</a:t>
          </a:r>
        </a:p>
      </dsp:txBody>
      <dsp:txXfrm>
        <a:off x="774890" y="4524329"/>
        <a:ext cx="2429146" cy="720000"/>
      </dsp:txXfrm>
    </dsp:sp>
    <dsp:sp modelId="{B3FABD53-79F9-4CEC-879F-45DA12C02CD3}">
      <dsp:nvSpPr>
        <dsp:cNvPr id="0" name=""/>
        <dsp:cNvSpPr/>
      </dsp:nvSpPr>
      <dsp:spPr>
        <a:xfrm>
          <a:off x="4297153" y="3096116"/>
          <a:ext cx="1093116" cy="10931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89E55-AA8E-4884-952B-B51275C9C22C}">
      <dsp:nvSpPr>
        <dsp:cNvPr id="0" name=""/>
        <dsp:cNvSpPr/>
      </dsp:nvSpPr>
      <dsp:spPr>
        <a:xfrm>
          <a:off x="3629137" y="4524329"/>
          <a:ext cx="24291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Algorithms like Logistic Regression performed best on this data</a:t>
          </a:r>
        </a:p>
      </dsp:txBody>
      <dsp:txXfrm>
        <a:off x="3629137" y="4524329"/>
        <a:ext cx="242914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46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9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5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69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4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8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7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6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51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49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3C8F5-EDE3-F9CC-6AEE-653FF8D21B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7451" r="-1" b="8257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66DD34-3760-4043-7E99-3A3762795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32032"/>
            <a:ext cx="6900839" cy="2736390"/>
          </a:xfrm>
        </p:spPr>
        <p:txBody>
          <a:bodyPr anchor="t">
            <a:normAutofit/>
          </a:bodyPr>
          <a:lstStyle/>
          <a:p>
            <a:r>
              <a:rPr lang="en-SG" sz="4000" dirty="0">
                <a:solidFill>
                  <a:srgbClr val="FFFFFF"/>
                </a:solidFill>
              </a:rPr>
              <a:t>Sentimental Analysis on Amazon Fine Food Reviews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5E27B-5EF2-BE5C-ED79-41F166AD9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en-SG" dirty="0">
                <a:solidFill>
                  <a:srgbClr val="FFFFFF"/>
                </a:solidFill>
              </a:rPr>
              <a:t>Bandaru Venkata Ramya</a:t>
            </a:r>
            <a:br>
              <a:rPr lang="en-SG" dirty="0">
                <a:solidFill>
                  <a:srgbClr val="FFFFFF"/>
                </a:solidFill>
              </a:rPr>
            </a:br>
            <a:r>
              <a:rPr lang="en-SG" dirty="0">
                <a:solidFill>
                  <a:srgbClr val="FFFFFF"/>
                </a:solidFill>
              </a:rPr>
              <a:t>X22151699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79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6"/>
            <a:ext cx="11147071" cy="147664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2B8C0-C569-BB3F-DD03-24721624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022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SG"/>
              <a:t>Introduction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CDD0E7-BDD6-41F4-8AAB-088A2E8D0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 descr="Fruits and vegetables in bags">
            <a:extLst>
              <a:ext uri="{FF2B5EF4-FFF2-40B4-BE49-F238E27FC236}">
                <a16:creationId xmlns:a16="http://schemas.microsoft.com/office/drawing/2014/main" id="{89C3E6B3-C0D5-9F54-5BF6-220A7199A8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7951" r="7949" b="-2"/>
          <a:stretch/>
        </p:blipFill>
        <p:spPr>
          <a:xfrm>
            <a:off x="481007" y="1993515"/>
            <a:ext cx="5511628" cy="4374624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199351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B3385-CB85-99CD-6169-BEFDFEFE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171" y="2247497"/>
            <a:ext cx="5394141" cy="3888557"/>
          </a:xfrm>
        </p:spPr>
        <p:txBody>
          <a:bodyPr anchor="ctr">
            <a:normAutofit/>
          </a:bodyPr>
          <a:lstStyle/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  <a:latin typeface="Söhne"/>
              </a:rPr>
              <a:t>The Amazon Fine Food Reviews dataset stands as a prime example of this evolution. These evaluations bridge the gap between product quality and customer experience, influencing purchasing decisions and shaping brand reputations. 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  <a:latin typeface="Söhne"/>
              </a:rPr>
              <a:t>This study focuses on harnessing the power of sentiment analysis, a branch of machine learning, to interpret and categorize the vast amounts of feedback available in online platforms like Amazon. 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  <a:latin typeface="Söhne"/>
              </a:rPr>
              <a:t>The analysis provides a nuanced understanding of customer sentiments, offering a valuable tool for businesses to adapt to market needs and enhance customer engagement.</a:t>
            </a:r>
            <a:endParaRPr lang="en-SG" sz="17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58B45F5-E162-4AF7-9E46-A4290969B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80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2927E5-081D-440D-A775-C0AE9DA1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6"/>
            <a:ext cx="11147071" cy="147664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2B8C0-C569-BB3F-DD03-24721624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721946"/>
            <a:ext cx="10813250" cy="1022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SG" dirty="0"/>
              <a:t>Research Question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CDD0E7-BDD6-41F4-8AAB-088A2E8D0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558310-C928-4426-BFAC-68450D29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199351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B3385-CB85-99CD-6169-BEFDFEFE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366" y="2569032"/>
            <a:ext cx="8949267" cy="3022600"/>
          </a:xfrm>
        </p:spPr>
        <p:txBody>
          <a:bodyPr anchor="ctr">
            <a:normAutofit/>
          </a:bodyPr>
          <a:lstStyle/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Söhne"/>
              </a:rPr>
              <a:t>How can sentiment analysis accuracy in the e-commerce industry, specifically for Amazon’s fine food product reviews, be optimized for logistic regression when applied with a range of featurization methods (Bag of Words, TF-IDF, Word2Vec, and TF-IDF-Word2Vec) and L1 regularization?</a:t>
            </a:r>
            <a:endParaRPr lang="en-SG" sz="1700" dirty="0">
              <a:latin typeface="Söhne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58B45F5-E162-4AF7-9E46-A4290969B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40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2EE356-A629-4F1A-9BAD-E21B3B10D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10" y="489853"/>
            <a:ext cx="3990149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DDEF2-3886-3093-9B37-4E03EB5CA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55" y="976152"/>
            <a:ext cx="3555211" cy="5024920"/>
          </a:xfrm>
        </p:spPr>
        <p:txBody>
          <a:bodyPr anchor="ctr">
            <a:normAutofit/>
          </a:bodyPr>
          <a:lstStyle/>
          <a:p>
            <a:r>
              <a:rPr lang="en-SG" sz="6100"/>
              <a:t>Data Summary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17483B-E60B-4F41-9448-D757B9FCD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B44B66-1945-4638-8E9A-4F49493D7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7CA6D6-83BA-80C5-26CD-F00A4C0701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331985"/>
              </p:ext>
            </p:extLst>
          </p:nvPr>
        </p:nvGraphicFramePr>
        <p:xfrm>
          <a:off x="4796496" y="636527"/>
          <a:ext cx="6833175" cy="5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5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0" name="Straight Connector 4119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22" name="Straight Connector 4121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24" name="Straight Connector 4123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4126" name="Rectangle 4125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11BE6-897D-FB9D-232F-7EAA6521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702869"/>
            <a:ext cx="4100721" cy="34728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Result table</a:t>
            </a:r>
          </a:p>
        </p:txBody>
      </p:sp>
      <p:cxnSp>
        <p:nvCxnSpPr>
          <p:cNvPr id="4128" name="Straight Connector 4127">
            <a:extLst>
              <a:ext uri="{FF2B5EF4-FFF2-40B4-BE49-F238E27FC236}">
                <a16:creationId xmlns:a16="http://schemas.microsoft.com/office/drawing/2014/main" id="{82A1AB15-495E-4EE0-98F0-89DD89CD1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98" name="Picture 1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E12034A-3FE4-FDAD-3445-D5C38FD1C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0252" y="1487327"/>
            <a:ext cx="7655839" cy="388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30" name="Straight Connector 4129">
            <a:extLst>
              <a:ext uri="{FF2B5EF4-FFF2-40B4-BE49-F238E27FC236}">
                <a16:creationId xmlns:a16="http://schemas.microsoft.com/office/drawing/2014/main" id="{74EEBF2A-B7AF-4EC9-B6F7-BF425E70A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45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A568B4-06BE-42A6-A5B6-A0FC251D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C85BFE-0D03-41B5-87E4-5FA667FA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A946D-F08D-9AC8-D1BF-E1FF6763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55" y="976152"/>
            <a:ext cx="3555211" cy="5024920"/>
          </a:xfrm>
        </p:spPr>
        <p:txBody>
          <a:bodyPr anchor="ctr">
            <a:normAutofit/>
          </a:bodyPr>
          <a:lstStyle/>
          <a:p>
            <a:r>
              <a:rPr lang="en-SG" sz="5100" dirty="0"/>
              <a:t>Conclusion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D35FCD2-CFCB-A6F9-E6C9-B45DF990B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183547"/>
              </p:ext>
            </p:extLst>
          </p:nvPr>
        </p:nvGraphicFramePr>
        <p:xfrm>
          <a:off x="4796496" y="636527"/>
          <a:ext cx="6833175" cy="5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4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71AF9D-C565-4DF8-BDC9-EE1451B02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5664FB6-095E-BA1B-8C89-0D5228E2B5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" y="877564"/>
            <a:ext cx="5102674" cy="51026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C4151-2A45-41F7-266C-4D92FA26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274" y="2470828"/>
            <a:ext cx="6044397" cy="3407458"/>
          </a:xfrm>
        </p:spPr>
        <p:txBody>
          <a:bodyPr>
            <a:normAutofit/>
          </a:bodyPr>
          <a:lstStyle/>
          <a:p>
            <a:r>
              <a:rPr lang="en-SG" sz="8000" dirty="0">
                <a:latin typeface="Amasis MT Pro Medium" panose="020F0502020204030204" pitchFamily="18" charset="0"/>
                <a:cs typeface="Aldhabi" panose="020F0502020204030204" pitchFamily="2" charset="-78"/>
              </a:rPr>
              <a:t>Thank you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661F5C-3018-4F57-B263-B9267D4DE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334773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DarkSeed_2SEEDS">
      <a:dk1>
        <a:srgbClr val="000000"/>
      </a:dk1>
      <a:lt1>
        <a:srgbClr val="FFFFFF"/>
      </a:lt1>
      <a:dk2>
        <a:srgbClr val="243141"/>
      </a:dk2>
      <a:lt2>
        <a:srgbClr val="E2E8E4"/>
      </a:lt2>
      <a:accent1>
        <a:srgbClr val="D31987"/>
      </a:accent1>
      <a:accent2>
        <a:srgbClr val="E42BE5"/>
      </a:accent2>
      <a:accent3>
        <a:srgbClr val="E52B4B"/>
      </a:accent3>
      <a:accent4>
        <a:srgbClr val="16B98F"/>
      </a:accent4>
      <a:accent5>
        <a:srgbClr val="26B2CC"/>
      </a:accent5>
      <a:accent6>
        <a:srgbClr val="1969D3"/>
      </a:accent6>
      <a:hlink>
        <a:srgbClr val="8E862F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314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Amasis MT Pro Medium</vt:lpstr>
      <vt:lpstr>Arial</vt:lpstr>
      <vt:lpstr>Seaford</vt:lpstr>
      <vt:lpstr>Söhne</vt:lpstr>
      <vt:lpstr>LevelVTI</vt:lpstr>
      <vt:lpstr>Sentimental Analysis on Amazon Fine Food Reviews using Machine Learning</vt:lpstr>
      <vt:lpstr>Introduction</vt:lpstr>
      <vt:lpstr>Research Question</vt:lpstr>
      <vt:lpstr>Data Summary</vt:lpstr>
      <vt:lpstr>Result table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fine food reviews</dc:title>
  <dc:creator>Mayur Milind KAMATKAR</dc:creator>
  <cp:lastModifiedBy>Venkata Ramya Bandaru</cp:lastModifiedBy>
  <cp:revision>10</cp:revision>
  <dcterms:created xsi:type="dcterms:W3CDTF">2023-12-12T14:55:55Z</dcterms:created>
  <dcterms:modified xsi:type="dcterms:W3CDTF">2023-12-14T11:25:02Z</dcterms:modified>
</cp:coreProperties>
</file>